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0030" r:id="rId3"/>
    <p:sldId id="20055" r:id="rId4"/>
    <p:sldId id="20225" r:id="rId5"/>
    <p:sldId id="20190" r:id="rId6"/>
    <p:sldId id="20219" r:id="rId7"/>
    <p:sldId id="20188" r:id="rId8"/>
    <p:sldId id="20031" r:id="rId9"/>
    <p:sldId id="20032" r:id="rId11"/>
    <p:sldId id="20056" r:id="rId12"/>
    <p:sldId id="20417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15F7243-18A2-4EF1-A833-3CB2CE7A2641}">
          <p14:sldIdLst/>
        </p14:section>
        <p14:section name="无标题节" id="{F2B951FB-EE3F-4AF8-96F3-E863850E6D95}">
          <p14:sldIdLst/>
        </p14:section>
        <p14:section name="无标题节" id="{940E6B79-9639-47F8-8216-95DC79F81198}">
          <p14:sldIdLst>
            <p14:sldId id="20030"/>
            <p14:sldId id="20055"/>
            <p14:sldId id="20225"/>
            <p14:sldId id="20190"/>
            <p14:sldId id="20219"/>
            <p14:sldId id="20188"/>
            <p14:sldId id="20031"/>
            <p14:sldId id="20032"/>
            <p14:sldId id="20056"/>
            <p14:sldId id="20417"/>
          </p14:sldIdLst>
        </p14:section>
        <p14:section name="无标题节" id="{5811AB35-521C-4605-B4ED-00678EF39AB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759" userDrawn="1">
          <p15:clr>
            <a:srgbClr val="A4A3A4"/>
          </p15:clr>
        </p15:guide>
        <p15:guide id="2" pos="420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未知用户1" initials="未知用户1" lastIdx="0" clrIdx="2"/>
  <p:cmAuthor id="1" name="薛 华林" initials="薛" lastIdx="0" clrIdx="0"/>
  <p:cmAuthor id="2" name="Administrator" initials="A" lastIdx="0" clrIdx="0"/>
  <p:cmAuthor id="3" name="Lenovo" initials="L" lastIdx="0" clrIdx="2"/>
  <p:cmAuthor id="4" name="lenovo" initials="l" lastIdx="0" clrIdx="0"/>
  <p:cmAuthor id="5" name="宋洁然" initials="宋" lastIdx="0" clrIdx="1"/>
  <p:cmAuthor id="6" name="雨林木风" initials="" lastIdx="0" clrIdx="0"/>
  <p:cmAuthor id="7" name="kingsoft" initials="k" lastIdx="0" clrIdx="0"/>
  <p:cmAuthor id="8" name="姜伟光" initials="姜" lastIdx="0" clrIdx="0"/>
  <p:cmAuthor id="9" name="作者" initials="作" lastIdx="0" clrIdx="24"/>
  <p:cmAuthor id="10" name="yyyaogd@126.com" initials="y" lastIdx="0" clrIdx="0"/>
  <p:cmAuthor id="11" name="wucj" initials="w" lastIdx="0" clrIdx="0"/>
  <p:cmAuthor id="12" name="SkyUser" initials="S" lastIdx="0" clrIdx="0"/>
  <p:cmAuthor id="13" name="54410" initials="5" lastIdx="0" clrIdx="12"/>
  <p:cmAuthor id="14" name="珠珠的电脑" initials="珠" lastIdx="0" clrIdx="13"/>
  <p:cmAuthor id="15" name="admin" initials="a" lastIdx="0" clrIdx="14"/>
  <p:cmAuthor id="16" name="aurora" initials="a" lastIdx="0" clrIdx="15"/>
  <p:cmAuthor id="17" name="86187" initials="8" lastIdx="0" clrIdx="16"/>
  <p:cmAuthor id="18" name="宁鹏鹏" initials="宁" lastIdx="0" clrIdx="17"/>
  <p:cmAuthor id="19" name="shx" initials="s" lastIdx="0" clrIdx="0"/>
  <p:cmAuthor id="22" name="cuisyz" initials="c" lastIdx="0" clrIdx="1"/>
  <p:cmAuthor id="23" name="Hiupan" initials="H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08" y="164"/>
      </p:cViewPr>
      <p:guideLst>
        <p:guide orient="horz" pos="2759"/>
        <p:guide pos="420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88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tags" Target="../tags/tag28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  <p:custDataLst>
              <p:tags r:id="rId2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  <p:custDataLst>
              <p:tags r:id="rId3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  <p:custDataLst>
              <p:tags r:id="rId5"/>
            </p:custDataLst>
          </p:nvPr>
        </p:nvSpPr>
        <p:spPr>
          <a:xfrm>
            <a:off x="0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>
          <a:xfrm>
            <a:off x="3884613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5" Type="http://schemas.openxmlformats.org/officeDocument/2006/relationships/tags" Target="../tags/tag272.xml"/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E256156D-592E-4B4D-8772-D689FB057A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274320" y="321260"/>
            <a:ext cx="11683455" cy="39305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3"/>
            </p:custDataLst>
          </p:nvPr>
        </p:nvSpPr>
        <p:spPr>
          <a:xfrm>
            <a:off x="9490237" y="321259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241167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9471025" y="6254750"/>
            <a:ext cx="180022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>
            <p:custDataLst>
              <p:tags r:id="rId6"/>
            </p:custDataLst>
          </p:nvPr>
        </p:nvSpPr>
        <p:spPr>
          <a:xfrm flipV="1">
            <a:off x="750570" y="6305550"/>
            <a:ext cx="71564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1555115" y="6306820"/>
            <a:ext cx="88900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>
            <p:custDataLst>
              <p:tags r:id="rId8"/>
            </p:custDataLst>
          </p:nvPr>
        </p:nvSpPr>
        <p:spPr>
          <a:xfrm>
            <a:off x="1731010" y="6306820"/>
            <a:ext cx="25336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883644" y="809127"/>
            <a:ext cx="9144000" cy="1896745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660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883643" y="3017520"/>
            <a:ext cx="9144000" cy="890270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883644" y="5050433"/>
            <a:ext cx="3365430" cy="579657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编辑文本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6474460"/>
            <a:ext cx="12249150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76775" y="2059757"/>
            <a:ext cx="6243774" cy="922021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5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4676775" y="3102596"/>
            <a:ext cx="6243774" cy="1401006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7628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4522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66065" y="313690"/>
            <a:ext cx="11683365" cy="5634990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1422400" y="4064000"/>
            <a:ext cx="5283200" cy="12700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形状 8"/>
          <p:cNvSpPr/>
          <p:nvPr userDrawn="1">
            <p:custDataLst>
              <p:tags r:id="rId4"/>
            </p:custDataLst>
          </p:nvPr>
        </p:nvSpPr>
        <p:spPr>
          <a:xfrm>
            <a:off x="9480712" y="313004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5"/>
            </p:custDataLst>
          </p:nvPr>
        </p:nvSpPr>
        <p:spPr>
          <a:xfrm rot="10800000">
            <a:off x="261015" y="4113028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320799" y="2376714"/>
            <a:ext cx="6653601" cy="1607337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9600" b="1" i="0" u="none" strike="noStrike" kern="1200" cap="none" spc="600" normalizeH="0" baseline="0" noProof="1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6200000">
            <a:off x="-21591" y="25773"/>
            <a:ext cx="1741805" cy="169862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0" y="5913755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3"/>
            </p:custDataLst>
          </p:nvPr>
        </p:nvSpPr>
        <p:spPr>
          <a:xfrm rot="16200000">
            <a:off x="-18383" y="15240"/>
            <a:ext cx="1243965" cy="121348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4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810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3810" y="5905500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755" y="193040"/>
            <a:ext cx="11037570" cy="521335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>
            <p:custDataLst>
              <p:tags r:id="rId2"/>
            </p:custDataLst>
          </p:nvPr>
        </p:nvCxnSpPr>
        <p:spPr>
          <a:xfrm>
            <a:off x="1489299" y="15451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295401" y="715433"/>
            <a:ext cx="9601196" cy="681568"/>
          </a:xfrm>
          <a:effectLst/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1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1295401" y="2380344"/>
            <a:ext cx="9601196" cy="349552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200" indent="0">
              <a:buNone/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</a:lstStyle>
          <a:p>
            <a:pPr lvl="0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42B6CFD6-3604-441D-A26E-C9E6F96831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D7CB4151-10CD-4D9B-A8EF-9904E252D811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3"/>
            <p:custDataLst>
              <p:tags r:id="rId8"/>
            </p:custDataLst>
          </p:nvPr>
        </p:nvSpPr>
        <p:spPr>
          <a:xfrm>
            <a:off x="1295401" y="1693332"/>
            <a:ext cx="5124704" cy="529959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" name="灯片编号占位符 4"/>
          <p:cNvSpPr>
            <a:spLocks noGrp="1" noChangeArrowheads="1"/>
          </p:cNvSpPr>
          <p:nvPr>
            <p:ph type="sldNum" sz="quarter" idx="10"/>
            <p:custDataLst>
              <p:tags r:id="rId3"/>
            </p:custDataLst>
          </p:nvPr>
        </p:nvSpPr>
        <p:spPr>
          <a:ln cap="flat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D182800-DA8E-40DD-A034-BD72CBF6F78E}" type="slidenum">
              <a:rPr lang="en-US" altLang="en-US"/>
            </a:fld>
            <a:endParaRPr lang="en-US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1"/>
            <p:custDataLst>
              <p:tags r:id="rId4"/>
            </p:custDataLst>
          </p:nvPr>
        </p:nvSpPr>
        <p:spPr>
          <a:ln cap="flat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0E90D8D-F22A-4511-BA0C-5987512732B1}" type="datetime1">
              <a:rPr lang="en-US" altLang="en-US"/>
            </a:fld>
            <a:endParaRPr lang="en-US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2"/>
            <p:custDataLst>
              <p:tags r:id="rId5"/>
            </p:custDataLst>
          </p:nvPr>
        </p:nvSpPr>
        <p:spPr>
          <a:ln cap="flat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57141-87D7-42FB-8C75-6183FE79D1B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03BBF4-BEB4-4EE0-973B-5DEE0AF5F26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 noChangeArrowheads="1"/>
          </p:cNvSpPr>
          <p:nvPr>
            <p:ph type="sldNum" sz="quarter" idx="10"/>
            <p:custDataLst>
              <p:tags r:id="rId2"/>
            </p:custDataLst>
          </p:nvPr>
        </p:nvSpPr>
        <p:spPr>
          <a:ln cap="flat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B72CF1-335B-445D-A5EC-D20EC5C6204B}" type="slidenum">
              <a:rPr lang="en-US" altLang="en-US"/>
            </a:fld>
            <a:endParaRPr lang="en-US" altLang="en-US"/>
          </a:p>
        </p:txBody>
      </p:sp>
      <p:sp>
        <p:nvSpPr>
          <p:cNvPr id="3" name="日期占位符 1"/>
          <p:cNvSpPr>
            <a:spLocks noGrp="1" noChangeArrowheads="1"/>
          </p:cNvSpPr>
          <p:nvPr>
            <p:ph type="dt" sz="half" idx="11"/>
            <p:custDataLst>
              <p:tags r:id="rId3"/>
            </p:custDataLst>
          </p:nvPr>
        </p:nvSpPr>
        <p:spPr>
          <a:ln cap="flat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页脚占位符 2"/>
          <p:cNvSpPr>
            <a:spLocks noGrp="1" noChangeArrowheads="1"/>
          </p:cNvSpPr>
          <p:nvPr>
            <p:ph type="ftr" sz="quarter" idx="12"/>
            <p:custDataLst>
              <p:tags r:id="rId4"/>
            </p:custDataLst>
          </p:nvPr>
        </p:nvSpPr>
        <p:spPr>
          <a:ln cap="flat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-2"/>
            <a:ext cx="12192000" cy="6858002"/>
          </a:xfrm>
          <a:prstGeom prst="rect">
            <a:avLst/>
          </a:prstGeom>
          <a:gradFill flip="none" rotWithShape="1">
            <a:gsLst>
              <a:gs pos="5100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>
            <p:custDataLst>
              <p:tags r:id="rId3"/>
            </p:custDataLst>
          </p:nvPr>
        </p:nvGrpSpPr>
        <p:grpSpPr>
          <a:xfrm>
            <a:off x="-85727" y="-380450"/>
            <a:ext cx="1703992" cy="1365497"/>
            <a:chOff x="-210794" y="-434994"/>
            <a:chExt cx="1703992" cy="13654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Freeform 52"/>
            <p:cNvSpPr/>
            <p:nvPr>
              <p:custDataLst>
                <p:tags r:id="rId4"/>
              </p:custDataLst>
            </p:nvPr>
          </p:nvSpPr>
          <p:spPr bwMode="auto">
            <a:xfrm flipV="1">
              <a:off x="-208864" y="60516"/>
              <a:ext cx="524737" cy="869987"/>
            </a:xfrm>
            <a:custGeom>
              <a:avLst/>
              <a:gdLst>
                <a:gd name="T0" fmla="*/ 324 w 994"/>
                <a:gd name="T1" fmla="*/ 65 h 1648"/>
                <a:gd name="T2" fmla="*/ 314 w 994"/>
                <a:gd name="T3" fmla="*/ 117 h 1648"/>
                <a:gd name="T4" fmla="*/ 345 w 994"/>
                <a:gd name="T5" fmla="*/ 240 h 1648"/>
                <a:gd name="T6" fmla="*/ 350 w 994"/>
                <a:gd name="T7" fmla="*/ 314 h 1648"/>
                <a:gd name="T8" fmla="*/ 335 w 994"/>
                <a:gd name="T9" fmla="*/ 344 h 1648"/>
                <a:gd name="T10" fmla="*/ 308 w 994"/>
                <a:gd name="T11" fmla="*/ 363 h 1648"/>
                <a:gd name="T12" fmla="*/ 221 w 994"/>
                <a:gd name="T13" fmla="*/ 380 h 1648"/>
                <a:gd name="T14" fmla="*/ 86 w 994"/>
                <a:gd name="T15" fmla="*/ 364 h 1648"/>
                <a:gd name="T16" fmla="*/ 0 w 994"/>
                <a:gd name="T17" fmla="*/ 1304 h 1648"/>
                <a:gd name="T18" fmla="*/ 165 w 994"/>
                <a:gd name="T19" fmla="*/ 1272 h 1648"/>
                <a:gd name="T20" fmla="*/ 274 w 994"/>
                <a:gd name="T21" fmla="*/ 1275 h 1648"/>
                <a:gd name="T22" fmla="*/ 325 w 994"/>
                <a:gd name="T23" fmla="*/ 1298 h 1648"/>
                <a:gd name="T24" fmla="*/ 344 w 994"/>
                <a:gd name="T25" fmla="*/ 1318 h 1648"/>
                <a:gd name="T26" fmla="*/ 353 w 994"/>
                <a:gd name="T27" fmla="*/ 1370 h 1648"/>
                <a:gd name="T28" fmla="*/ 322 w 994"/>
                <a:gd name="T29" fmla="*/ 1492 h 1648"/>
                <a:gd name="T30" fmla="*/ 317 w 994"/>
                <a:gd name="T31" fmla="*/ 1567 h 1648"/>
                <a:gd name="T32" fmla="*/ 335 w 994"/>
                <a:gd name="T33" fmla="*/ 1597 h 1648"/>
                <a:gd name="T34" fmla="*/ 381 w 994"/>
                <a:gd name="T35" fmla="*/ 1628 h 1648"/>
                <a:gd name="T36" fmla="*/ 459 w 994"/>
                <a:gd name="T37" fmla="*/ 1647 h 1648"/>
                <a:gd name="T38" fmla="*/ 542 w 994"/>
                <a:gd name="T39" fmla="*/ 1640 h 1648"/>
                <a:gd name="T40" fmla="*/ 612 w 994"/>
                <a:gd name="T41" fmla="*/ 1608 h 1648"/>
                <a:gd name="T42" fmla="*/ 636 w 994"/>
                <a:gd name="T43" fmla="*/ 1583 h 1648"/>
                <a:gd name="T44" fmla="*/ 646 w 994"/>
                <a:gd name="T45" fmla="*/ 1531 h 1648"/>
                <a:gd name="T46" fmla="*/ 615 w 994"/>
                <a:gd name="T47" fmla="*/ 1408 h 1648"/>
                <a:gd name="T48" fmla="*/ 608 w 994"/>
                <a:gd name="T49" fmla="*/ 1334 h 1648"/>
                <a:gd name="T50" fmla="*/ 626 w 994"/>
                <a:gd name="T51" fmla="*/ 1304 h 1648"/>
                <a:gd name="T52" fmla="*/ 652 w 994"/>
                <a:gd name="T53" fmla="*/ 1286 h 1648"/>
                <a:gd name="T54" fmla="*/ 738 w 994"/>
                <a:gd name="T55" fmla="*/ 1270 h 1648"/>
                <a:gd name="T56" fmla="*/ 875 w 994"/>
                <a:gd name="T57" fmla="*/ 1284 h 1648"/>
                <a:gd name="T58" fmla="*/ 971 w 994"/>
                <a:gd name="T59" fmla="*/ 1264 h 1648"/>
                <a:gd name="T60" fmla="*/ 994 w 994"/>
                <a:gd name="T61" fmla="*/ 1111 h 1648"/>
                <a:gd name="T62" fmla="*/ 982 w 994"/>
                <a:gd name="T63" fmla="*/ 1007 h 1648"/>
                <a:gd name="T64" fmla="*/ 960 w 994"/>
                <a:gd name="T65" fmla="*/ 970 h 1648"/>
                <a:gd name="T66" fmla="*/ 938 w 994"/>
                <a:gd name="T67" fmla="*/ 956 h 1648"/>
                <a:gd name="T68" fmla="*/ 876 w 994"/>
                <a:gd name="T69" fmla="*/ 954 h 1648"/>
                <a:gd name="T70" fmla="*/ 772 w 994"/>
                <a:gd name="T71" fmla="*/ 982 h 1648"/>
                <a:gd name="T72" fmla="*/ 697 w 994"/>
                <a:gd name="T73" fmla="*/ 987 h 1648"/>
                <a:gd name="T74" fmla="*/ 668 w 994"/>
                <a:gd name="T75" fmla="*/ 970 h 1648"/>
                <a:gd name="T76" fmla="*/ 636 w 994"/>
                <a:gd name="T77" fmla="*/ 923 h 1648"/>
                <a:gd name="T78" fmla="*/ 616 w 994"/>
                <a:gd name="T79" fmla="*/ 845 h 1648"/>
                <a:gd name="T80" fmla="*/ 624 w 994"/>
                <a:gd name="T81" fmla="*/ 763 h 1648"/>
                <a:gd name="T82" fmla="*/ 655 w 994"/>
                <a:gd name="T83" fmla="*/ 693 h 1648"/>
                <a:gd name="T84" fmla="*/ 682 w 994"/>
                <a:gd name="T85" fmla="*/ 668 h 1648"/>
                <a:gd name="T86" fmla="*/ 733 w 994"/>
                <a:gd name="T87" fmla="*/ 658 h 1648"/>
                <a:gd name="T88" fmla="*/ 814 w 994"/>
                <a:gd name="T89" fmla="*/ 679 h 1648"/>
                <a:gd name="T90" fmla="*/ 914 w 994"/>
                <a:gd name="T91" fmla="*/ 697 h 1648"/>
                <a:gd name="T92" fmla="*/ 954 w 994"/>
                <a:gd name="T93" fmla="*/ 683 h 1648"/>
                <a:gd name="T94" fmla="*/ 973 w 994"/>
                <a:gd name="T95" fmla="*/ 661 h 1648"/>
                <a:gd name="T96" fmla="*/ 993 w 994"/>
                <a:gd name="T97" fmla="*/ 593 h 1648"/>
                <a:gd name="T98" fmla="*/ 990 w 994"/>
                <a:gd name="T99" fmla="*/ 481 h 1648"/>
                <a:gd name="T100" fmla="*/ 960 w 994"/>
                <a:gd name="T101" fmla="*/ 344 h 1648"/>
                <a:gd name="T102" fmla="*/ 795 w 994"/>
                <a:gd name="T103" fmla="*/ 377 h 1648"/>
                <a:gd name="T104" fmla="*/ 686 w 994"/>
                <a:gd name="T105" fmla="*/ 374 h 1648"/>
                <a:gd name="T106" fmla="*/ 633 w 994"/>
                <a:gd name="T107" fmla="*/ 352 h 1648"/>
                <a:gd name="T108" fmla="*/ 615 w 994"/>
                <a:gd name="T109" fmla="*/ 330 h 1648"/>
                <a:gd name="T110" fmla="*/ 607 w 994"/>
                <a:gd name="T111" fmla="*/ 279 h 1648"/>
                <a:gd name="T112" fmla="*/ 638 w 994"/>
                <a:gd name="T113" fmla="*/ 157 h 1648"/>
                <a:gd name="T114" fmla="*/ 643 w 994"/>
                <a:gd name="T115" fmla="*/ 81 h 1648"/>
                <a:gd name="T116" fmla="*/ 626 w 994"/>
                <a:gd name="T117" fmla="*/ 51 h 1648"/>
                <a:gd name="T118" fmla="*/ 579 w 994"/>
                <a:gd name="T119" fmla="*/ 20 h 1648"/>
                <a:gd name="T120" fmla="*/ 501 w 994"/>
                <a:gd name="T121" fmla="*/ 2 h 1648"/>
                <a:gd name="T122" fmla="*/ 439 w 994"/>
                <a:gd name="T123" fmla="*/ 3 h 1648"/>
                <a:gd name="T124" fmla="*/ 364 w 994"/>
                <a:gd name="T125" fmla="*/ 30 h 1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94" h="1648">
                  <a:moveTo>
                    <a:pt x="335" y="51"/>
                  </a:moveTo>
                  <a:lnTo>
                    <a:pt x="335" y="51"/>
                  </a:lnTo>
                  <a:lnTo>
                    <a:pt x="328" y="59"/>
                  </a:lnTo>
                  <a:lnTo>
                    <a:pt x="324" y="65"/>
                  </a:lnTo>
                  <a:lnTo>
                    <a:pt x="319" y="73"/>
                  </a:lnTo>
                  <a:lnTo>
                    <a:pt x="317" y="81"/>
                  </a:lnTo>
                  <a:lnTo>
                    <a:pt x="314" y="98"/>
                  </a:lnTo>
                  <a:lnTo>
                    <a:pt x="314" y="117"/>
                  </a:lnTo>
                  <a:lnTo>
                    <a:pt x="317" y="137"/>
                  </a:lnTo>
                  <a:lnTo>
                    <a:pt x="322" y="157"/>
                  </a:lnTo>
                  <a:lnTo>
                    <a:pt x="335" y="198"/>
                  </a:lnTo>
                  <a:lnTo>
                    <a:pt x="345" y="240"/>
                  </a:lnTo>
                  <a:lnTo>
                    <a:pt x="350" y="260"/>
                  </a:lnTo>
                  <a:lnTo>
                    <a:pt x="353" y="279"/>
                  </a:lnTo>
                  <a:lnTo>
                    <a:pt x="353" y="297"/>
                  </a:lnTo>
                  <a:lnTo>
                    <a:pt x="350" y="314"/>
                  </a:lnTo>
                  <a:lnTo>
                    <a:pt x="349" y="322"/>
                  </a:lnTo>
                  <a:lnTo>
                    <a:pt x="344" y="330"/>
                  </a:lnTo>
                  <a:lnTo>
                    <a:pt x="339" y="338"/>
                  </a:lnTo>
                  <a:lnTo>
                    <a:pt x="335" y="344"/>
                  </a:lnTo>
                  <a:lnTo>
                    <a:pt x="335" y="344"/>
                  </a:lnTo>
                  <a:lnTo>
                    <a:pt x="325" y="352"/>
                  </a:lnTo>
                  <a:lnTo>
                    <a:pt x="317" y="356"/>
                  </a:lnTo>
                  <a:lnTo>
                    <a:pt x="308" y="363"/>
                  </a:lnTo>
                  <a:lnTo>
                    <a:pt x="297" y="367"/>
                  </a:lnTo>
                  <a:lnTo>
                    <a:pt x="274" y="374"/>
                  </a:lnTo>
                  <a:lnTo>
                    <a:pt x="249" y="377"/>
                  </a:lnTo>
                  <a:lnTo>
                    <a:pt x="221" y="380"/>
                  </a:lnTo>
                  <a:lnTo>
                    <a:pt x="193" y="378"/>
                  </a:lnTo>
                  <a:lnTo>
                    <a:pt x="165" y="377"/>
                  </a:lnTo>
                  <a:lnTo>
                    <a:pt x="137" y="374"/>
                  </a:lnTo>
                  <a:lnTo>
                    <a:pt x="86" y="364"/>
                  </a:lnTo>
                  <a:lnTo>
                    <a:pt x="40" y="355"/>
                  </a:lnTo>
                  <a:lnTo>
                    <a:pt x="0" y="344"/>
                  </a:lnTo>
                  <a:lnTo>
                    <a:pt x="0" y="1304"/>
                  </a:lnTo>
                  <a:lnTo>
                    <a:pt x="0" y="1304"/>
                  </a:lnTo>
                  <a:lnTo>
                    <a:pt x="40" y="1293"/>
                  </a:lnTo>
                  <a:lnTo>
                    <a:pt x="86" y="1284"/>
                  </a:lnTo>
                  <a:lnTo>
                    <a:pt x="137" y="1275"/>
                  </a:lnTo>
                  <a:lnTo>
                    <a:pt x="165" y="1272"/>
                  </a:lnTo>
                  <a:lnTo>
                    <a:pt x="193" y="1270"/>
                  </a:lnTo>
                  <a:lnTo>
                    <a:pt x="221" y="1270"/>
                  </a:lnTo>
                  <a:lnTo>
                    <a:pt x="249" y="1272"/>
                  </a:lnTo>
                  <a:lnTo>
                    <a:pt x="274" y="1275"/>
                  </a:lnTo>
                  <a:lnTo>
                    <a:pt x="297" y="1281"/>
                  </a:lnTo>
                  <a:lnTo>
                    <a:pt x="308" y="1286"/>
                  </a:lnTo>
                  <a:lnTo>
                    <a:pt x="317" y="1292"/>
                  </a:lnTo>
                  <a:lnTo>
                    <a:pt x="325" y="1298"/>
                  </a:lnTo>
                  <a:lnTo>
                    <a:pt x="335" y="1304"/>
                  </a:lnTo>
                  <a:lnTo>
                    <a:pt x="335" y="1304"/>
                  </a:lnTo>
                  <a:lnTo>
                    <a:pt x="339" y="1310"/>
                  </a:lnTo>
                  <a:lnTo>
                    <a:pt x="344" y="1318"/>
                  </a:lnTo>
                  <a:lnTo>
                    <a:pt x="349" y="1326"/>
                  </a:lnTo>
                  <a:lnTo>
                    <a:pt x="350" y="1334"/>
                  </a:lnTo>
                  <a:lnTo>
                    <a:pt x="353" y="1351"/>
                  </a:lnTo>
                  <a:lnTo>
                    <a:pt x="353" y="1370"/>
                  </a:lnTo>
                  <a:lnTo>
                    <a:pt x="350" y="1388"/>
                  </a:lnTo>
                  <a:lnTo>
                    <a:pt x="345" y="1408"/>
                  </a:lnTo>
                  <a:lnTo>
                    <a:pt x="335" y="1450"/>
                  </a:lnTo>
                  <a:lnTo>
                    <a:pt x="322" y="1492"/>
                  </a:lnTo>
                  <a:lnTo>
                    <a:pt x="317" y="1511"/>
                  </a:lnTo>
                  <a:lnTo>
                    <a:pt x="314" y="1531"/>
                  </a:lnTo>
                  <a:lnTo>
                    <a:pt x="314" y="1550"/>
                  </a:lnTo>
                  <a:lnTo>
                    <a:pt x="317" y="1567"/>
                  </a:lnTo>
                  <a:lnTo>
                    <a:pt x="319" y="1575"/>
                  </a:lnTo>
                  <a:lnTo>
                    <a:pt x="324" y="1583"/>
                  </a:lnTo>
                  <a:lnTo>
                    <a:pt x="328" y="1589"/>
                  </a:lnTo>
                  <a:lnTo>
                    <a:pt x="335" y="1597"/>
                  </a:lnTo>
                  <a:lnTo>
                    <a:pt x="335" y="1597"/>
                  </a:lnTo>
                  <a:lnTo>
                    <a:pt x="347" y="1608"/>
                  </a:lnTo>
                  <a:lnTo>
                    <a:pt x="364" y="1619"/>
                  </a:lnTo>
                  <a:lnTo>
                    <a:pt x="381" y="1628"/>
                  </a:lnTo>
                  <a:lnTo>
                    <a:pt x="398" y="1636"/>
                  </a:lnTo>
                  <a:lnTo>
                    <a:pt x="419" y="1640"/>
                  </a:lnTo>
                  <a:lnTo>
                    <a:pt x="439" y="1645"/>
                  </a:lnTo>
                  <a:lnTo>
                    <a:pt x="459" y="1647"/>
                  </a:lnTo>
                  <a:lnTo>
                    <a:pt x="479" y="1648"/>
                  </a:lnTo>
                  <a:lnTo>
                    <a:pt x="501" y="1647"/>
                  </a:lnTo>
                  <a:lnTo>
                    <a:pt x="521" y="1645"/>
                  </a:lnTo>
                  <a:lnTo>
                    <a:pt x="542" y="1640"/>
                  </a:lnTo>
                  <a:lnTo>
                    <a:pt x="562" y="1636"/>
                  </a:lnTo>
                  <a:lnTo>
                    <a:pt x="579" y="1628"/>
                  </a:lnTo>
                  <a:lnTo>
                    <a:pt x="596" y="1619"/>
                  </a:lnTo>
                  <a:lnTo>
                    <a:pt x="612" y="1608"/>
                  </a:lnTo>
                  <a:lnTo>
                    <a:pt x="626" y="1597"/>
                  </a:lnTo>
                  <a:lnTo>
                    <a:pt x="626" y="1597"/>
                  </a:lnTo>
                  <a:lnTo>
                    <a:pt x="632" y="1589"/>
                  </a:lnTo>
                  <a:lnTo>
                    <a:pt x="636" y="1583"/>
                  </a:lnTo>
                  <a:lnTo>
                    <a:pt x="640" y="1575"/>
                  </a:lnTo>
                  <a:lnTo>
                    <a:pt x="643" y="1567"/>
                  </a:lnTo>
                  <a:lnTo>
                    <a:pt x="646" y="1550"/>
                  </a:lnTo>
                  <a:lnTo>
                    <a:pt x="646" y="1531"/>
                  </a:lnTo>
                  <a:lnTo>
                    <a:pt x="643" y="1511"/>
                  </a:lnTo>
                  <a:lnTo>
                    <a:pt x="638" y="1492"/>
                  </a:lnTo>
                  <a:lnTo>
                    <a:pt x="626" y="1450"/>
                  </a:lnTo>
                  <a:lnTo>
                    <a:pt x="615" y="1408"/>
                  </a:lnTo>
                  <a:lnTo>
                    <a:pt x="610" y="1388"/>
                  </a:lnTo>
                  <a:lnTo>
                    <a:pt x="607" y="1370"/>
                  </a:lnTo>
                  <a:lnTo>
                    <a:pt x="607" y="1351"/>
                  </a:lnTo>
                  <a:lnTo>
                    <a:pt x="608" y="1334"/>
                  </a:lnTo>
                  <a:lnTo>
                    <a:pt x="612" y="1326"/>
                  </a:lnTo>
                  <a:lnTo>
                    <a:pt x="615" y="1318"/>
                  </a:lnTo>
                  <a:lnTo>
                    <a:pt x="621" y="1310"/>
                  </a:lnTo>
                  <a:lnTo>
                    <a:pt x="626" y="1304"/>
                  </a:lnTo>
                  <a:lnTo>
                    <a:pt x="626" y="1304"/>
                  </a:lnTo>
                  <a:lnTo>
                    <a:pt x="633" y="1298"/>
                  </a:lnTo>
                  <a:lnTo>
                    <a:pt x="643" y="1292"/>
                  </a:lnTo>
                  <a:lnTo>
                    <a:pt x="652" y="1286"/>
                  </a:lnTo>
                  <a:lnTo>
                    <a:pt x="663" y="1281"/>
                  </a:lnTo>
                  <a:lnTo>
                    <a:pt x="686" y="1275"/>
                  </a:lnTo>
                  <a:lnTo>
                    <a:pt x="711" y="1272"/>
                  </a:lnTo>
                  <a:lnTo>
                    <a:pt x="738" y="1270"/>
                  </a:lnTo>
                  <a:lnTo>
                    <a:pt x="766" y="1270"/>
                  </a:lnTo>
                  <a:lnTo>
                    <a:pt x="795" y="1272"/>
                  </a:lnTo>
                  <a:lnTo>
                    <a:pt x="823" y="1275"/>
                  </a:lnTo>
                  <a:lnTo>
                    <a:pt x="875" y="1284"/>
                  </a:lnTo>
                  <a:lnTo>
                    <a:pt x="918" y="1293"/>
                  </a:lnTo>
                  <a:lnTo>
                    <a:pt x="960" y="1304"/>
                  </a:lnTo>
                  <a:lnTo>
                    <a:pt x="960" y="1304"/>
                  </a:lnTo>
                  <a:lnTo>
                    <a:pt x="971" y="1264"/>
                  </a:lnTo>
                  <a:lnTo>
                    <a:pt x="980" y="1219"/>
                  </a:lnTo>
                  <a:lnTo>
                    <a:pt x="990" y="1167"/>
                  </a:lnTo>
                  <a:lnTo>
                    <a:pt x="993" y="1139"/>
                  </a:lnTo>
                  <a:lnTo>
                    <a:pt x="994" y="1111"/>
                  </a:lnTo>
                  <a:lnTo>
                    <a:pt x="994" y="1083"/>
                  </a:lnTo>
                  <a:lnTo>
                    <a:pt x="993" y="1055"/>
                  </a:lnTo>
                  <a:lnTo>
                    <a:pt x="990" y="1030"/>
                  </a:lnTo>
                  <a:lnTo>
                    <a:pt x="982" y="1007"/>
                  </a:lnTo>
                  <a:lnTo>
                    <a:pt x="979" y="996"/>
                  </a:lnTo>
                  <a:lnTo>
                    <a:pt x="973" y="987"/>
                  </a:lnTo>
                  <a:lnTo>
                    <a:pt x="966" y="977"/>
                  </a:lnTo>
                  <a:lnTo>
                    <a:pt x="960" y="970"/>
                  </a:lnTo>
                  <a:lnTo>
                    <a:pt x="960" y="970"/>
                  </a:lnTo>
                  <a:lnTo>
                    <a:pt x="954" y="965"/>
                  </a:lnTo>
                  <a:lnTo>
                    <a:pt x="946" y="960"/>
                  </a:lnTo>
                  <a:lnTo>
                    <a:pt x="938" y="956"/>
                  </a:lnTo>
                  <a:lnTo>
                    <a:pt x="931" y="954"/>
                  </a:lnTo>
                  <a:lnTo>
                    <a:pt x="914" y="951"/>
                  </a:lnTo>
                  <a:lnTo>
                    <a:pt x="895" y="951"/>
                  </a:lnTo>
                  <a:lnTo>
                    <a:pt x="876" y="954"/>
                  </a:lnTo>
                  <a:lnTo>
                    <a:pt x="856" y="959"/>
                  </a:lnTo>
                  <a:lnTo>
                    <a:pt x="814" y="970"/>
                  </a:lnTo>
                  <a:lnTo>
                    <a:pt x="814" y="970"/>
                  </a:lnTo>
                  <a:lnTo>
                    <a:pt x="772" y="982"/>
                  </a:lnTo>
                  <a:lnTo>
                    <a:pt x="752" y="987"/>
                  </a:lnTo>
                  <a:lnTo>
                    <a:pt x="733" y="990"/>
                  </a:lnTo>
                  <a:lnTo>
                    <a:pt x="714" y="990"/>
                  </a:lnTo>
                  <a:lnTo>
                    <a:pt x="697" y="987"/>
                  </a:lnTo>
                  <a:lnTo>
                    <a:pt x="689" y="985"/>
                  </a:lnTo>
                  <a:lnTo>
                    <a:pt x="682" y="980"/>
                  </a:lnTo>
                  <a:lnTo>
                    <a:pt x="674" y="976"/>
                  </a:lnTo>
                  <a:lnTo>
                    <a:pt x="668" y="970"/>
                  </a:lnTo>
                  <a:lnTo>
                    <a:pt x="668" y="970"/>
                  </a:lnTo>
                  <a:lnTo>
                    <a:pt x="655" y="956"/>
                  </a:lnTo>
                  <a:lnTo>
                    <a:pt x="646" y="940"/>
                  </a:lnTo>
                  <a:lnTo>
                    <a:pt x="636" y="923"/>
                  </a:lnTo>
                  <a:lnTo>
                    <a:pt x="629" y="906"/>
                  </a:lnTo>
                  <a:lnTo>
                    <a:pt x="624" y="886"/>
                  </a:lnTo>
                  <a:lnTo>
                    <a:pt x="619" y="865"/>
                  </a:lnTo>
                  <a:lnTo>
                    <a:pt x="616" y="845"/>
                  </a:lnTo>
                  <a:lnTo>
                    <a:pt x="616" y="825"/>
                  </a:lnTo>
                  <a:lnTo>
                    <a:pt x="616" y="803"/>
                  </a:lnTo>
                  <a:lnTo>
                    <a:pt x="619" y="783"/>
                  </a:lnTo>
                  <a:lnTo>
                    <a:pt x="624" y="763"/>
                  </a:lnTo>
                  <a:lnTo>
                    <a:pt x="629" y="742"/>
                  </a:lnTo>
                  <a:lnTo>
                    <a:pt x="636" y="725"/>
                  </a:lnTo>
                  <a:lnTo>
                    <a:pt x="646" y="708"/>
                  </a:lnTo>
                  <a:lnTo>
                    <a:pt x="655" y="693"/>
                  </a:lnTo>
                  <a:lnTo>
                    <a:pt x="668" y="679"/>
                  </a:lnTo>
                  <a:lnTo>
                    <a:pt x="668" y="679"/>
                  </a:lnTo>
                  <a:lnTo>
                    <a:pt x="674" y="672"/>
                  </a:lnTo>
                  <a:lnTo>
                    <a:pt x="682" y="668"/>
                  </a:lnTo>
                  <a:lnTo>
                    <a:pt x="689" y="663"/>
                  </a:lnTo>
                  <a:lnTo>
                    <a:pt x="697" y="661"/>
                  </a:lnTo>
                  <a:lnTo>
                    <a:pt x="714" y="658"/>
                  </a:lnTo>
                  <a:lnTo>
                    <a:pt x="733" y="658"/>
                  </a:lnTo>
                  <a:lnTo>
                    <a:pt x="752" y="661"/>
                  </a:lnTo>
                  <a:lnTo>
                    <a:pt x="772" y="666"/>
                  </a:lnTo>
                  <a:lnTo>
                    <a:pt x="814" y="679"/>
                  </a:lnTo>
                  <a:lnTo>
                    <a:pt x="814" y="679"/>
                  </a:lnTo>
                  <a:lnTo>
                    <a:pt x="856" y="689"/>
                  </a:lnTo>
                  <a:lnTo>
                    <a:pt x="876" y="694"/>
                  </a:lnTo>
                  <a:lnTo>
                    <a:pt x="895" y="697"/>
                  </a:lnTo>
                  <a:lnTo>
                    <a:pt x="914" y="697"/>
                  </a:lnTo>
                  <a:lnTo>
                    <a:pt x="931" y="696"/>
                  </a:lnTo>
                  <a:lnTo>
                    <a:pt x="938" y="693"/>
                  </a:lnTo>
                  <a:lnTo>
                    <a:pt x="946" y="688"/>
                  </a:lnTo>
                  <a:lnTo>
                    <a:pt x="954" y="683"/>
                  </a:lnTo>
                  <a:lnTo>
                    <a:pt x="960" y="679"/>
                  </a:lnTo>
                  <a:lnTo>
                    <a:pt x="960" y="679"/>
                  </a:lnTo>
                  <a:lnTo>
                    <a:pt x="966" y="671"/>
                  </a:lnTo>
                  <a:lnTo>
                    <a:pt x="973" y="661"/>
                  </a:lnTo>
                  <a:lnTo>
                    <a:pt x="979" y="652"/>
                  </a:lnTo>
                  <a:lnTo>
                    <a:pt x="982" y="641"/>
                  </a:lnTo>
                  <a:lnTo>
                    <a:pt x="990" y="618"/>
                  </a:lnTo>
                  <a:lnTo>
                    <a:pt x="993" y="593"/>
                  </a:lnTo>
                  <a:lnTo>
                    <a:pt x="994" y="565"/>
                  </a:lnTo>
                  <a:lnTo>
                    <a:pt x="994" y="538"/>
                  </a:lnTo>
                  <a:lnTo>
                    <a:pt x="993" y="509"/>
                  </a:lnTo>
                  <a:lnTo>
                    <a:pt x="990" y="481"/>
                  </a:lnTo>
                  <a:lnTo>
                    <a:pt x="980" y="430"/>
                  </a:lnTo>
                  <a:lnTo>
                    <a:pt x="971" y="386"/>
                  </a:lnTo>
                  <a:lnTo>
                    <a:pt x="960" y="344"/>
                  </a:lnTo>
                  <a:lnTo>
                    <a:pt x="960" y="344"/>
                  </a:lnTo>
                  <a:lnTo>
                    <a:pt x="918" y="355"/>
                  </a:lnTo>
                  <a:lnTo>
                    <a:pt x="875" y="364"/>
                  </a:lnTo>
                  <a:lnTo>
                    <a:pt x="823" y="374"/>
                  </a:lnTo>
                  <a:lnTo>
                    <a:pt x="795" y="377"/>
                  </a:lnTo>
                  <a:lnTo>
                    <a:pt x="766" y="378"/>
                  </a:lnTo>
                  <a:lnTo>
                    <a:pt x="738" y="380"/>
                  </a:lnTo>
                  <a:lnTo>
                    <a:pt x="711" y="377"/>
                  </a:lnTo>
                  <a:lnTo>
                    <a:pt x="686" y="374"/>
                  </a:lnTo>
                  <a:lnTo>
                    <a:pt x="663" y="367"/>
                  </a:lnTo>
                  <a:lnTo>
                    <a:pt x="652" y="363"/>
                  </a:lnTo>
                  <a:lnTo>
                    <a:pt x="643" y="356"/>
                  </a:lnTo>
                  <a:lnTo>
                    <a:pt x="633" y="352"/>
                  </a:lnTo>
                  <a:lnTo>
                    <a:pt x="626" y="344"/>
                  </a:lnTo>
                  <a:lnTo>
                    <a:pt x="626" y="344"/>
                  </a:lnTo>
                  <a:lnTo>
                    <a:pt x="621" y="338"/>
                  </a:lnTo>
                  <a:lnTo>
                    <a:pt x="615" y="330"/>
                  </a:lnTo>
                  <a:lnTo>
                    <a:pt x="612" y="322"/>
                  </a:lnTo>
                  <a:lnTo>
                    <a:pt x="608" y="314"/>
                  </a:lnTo>
                  <a:lnTo>
                    <a:pt x="607" y="297"/>
                  </a:lnTo>
                  <a:lnTo>
                    <a:pt x="607" y="279"/>
                  </a:lnTo>
                  <a:lnTo>
                    <a:pt x="610" y="260"/>
                  </a:lnTo>
                  <a:lnTo>
                    <a:pt x="615" y="240"/>
                  </a:lnTo>
                  <a:lnTo>
                    <a:pt x="626" y="198"/>
                  </a:lnTo>
                  <a:lnTo>
                    <a:pt x="638" y="157"/>
                  </a:lnTo>
                  <a:lnTo>
                    <a:pt x="643" y="137"/>
                  </a:lnTo>
                  <a:lnTo>
                    <a:pt x="646" y="117"/>
                  </a:lnTo>
                  <a:lnTo>
                    <a:pt x="646" y="98"/>
                  </a:lnTo>
                  <a:lnTo>
                    <a:pt x="643" y="81"/>
                  </a:lnTo>
                  <a:lnTo>
                    <a:pt x="640" y="73"/>
                  </a:lnTo>
                  <a:lnTo>
                    <a:pt x="636" y="65"/>
                  </a:lnTo>
                  <a:lnTo>
                    <a:pt x="632" y="59"/>
                  </a:lnTo>
                  <a:lnTo>
                    <a:pt x="626" y="51"/>
                  </a:lnTo>
                  <a:lnTo>
                    <a:pt x="626" y="51"/>
                  </a:lnTo>
                  <a:lnTo>
                    <a:pt x="612" y="40"/>
                  </a:lnTo>
                  <a:lnTo>
                    <a:pt x="596" y="30"/>
                  </a:lnTo>
                  <a:lnTo>
                    <a:pt x="579" y="20"/>
                  </a:lnTo>
                  <a:lnTo>
                    <a:pt x="562" y="12"/>
                  </a:lnTo>
                  <a:lnTo>
                    <a:pt x="542" y="8"/>
                  </a:lnTo>
                  <a:lnTo>
                    <a:pt x="521" y="3"/>
                  </a:lnTo>
                  <a:lnTo>
                    <a:pt x="501" y="2"/>
                  </a:lnTo>
                  <a:lnTo>
                    <a:pt x="479" y="0"/>
                  </a:lnTo>
                  <a:lnTo>
                    <a:pt x="479" y="0"/>
                  </a:lnTo>
                  <a:lnTo>
                    <a:pt x="459" y="2"/>
                  </a:lnTo>
                  <a:lnTo>
                    <a:pt x="439" y="3"/>
                  </a:lnTo>
                  <a:lnTo>
                    <a:pt x="419" y="8"/>
                  </a:lnTo>
                  <a:lnTo>
                    <a:pt x="398" y="12"/>
                  </a:lnTo>
                  <a:lnTo>
                    <a:pt x="381" y="20"/>
                  </a:lnTo>
                  <a:lnTo>
                    <a:pt x="364" y="30"/>
                  </a:lnTo>
                  <a:lnTo>
                    <a:pt x="347" y="40"/>
                  </a:lnTo>
                  <a:lnTo>
                    <a:pt x="335" y="51"/>
                  </a:lnTo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95000">
                  <a:schemeClr val="bg1">
                    <a:lumMod val="8500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" name="Freeform 37"/>
            <p:cNvSpPr/>
            <p:nvPr>
              <p:custDataLst>
                <p:tags r:id="rId5"/>
              </p:custDataLst>
            </p:nvPr>
          </p:nvSpPr>
          <p:spPr bwMode="auto">
            <a:xfrm flipH="1" flipV="1">
              <a:off x="-210794" y="-255226"/>
              <a:ext cx="688388" cy="524737"/>
            </a:xfrm>
            <a:custGeom>
              <a:avLst/>
              <a:gdLst>
                <a:gd name="T0" fmla="*/ 965 w 1304"/>
                <a:gd name="T1" fmla="*/ 40 h 994"/>
                <a:gd name="T2" fmla="*/ 952 w 1304"/>
                <a:gd name="T3" fmla="*/ 63 h 994"/>
                <a:gd name="T4" fmla="*/ 954 w 1304"/>
                <a:gd name="T5" fmla="*/ 118 h 994"/>
                <a:gd name="T6" fmla="*/ 982 w 1304"/>
                <a:gd name="T7" fmla="*/ 222 h 994"/>
                <a:gd name="T8" fmla="*/ 990 w 1304"/>
                <a:gd name="T9" fmla="*/ 280 h 994"/>
                <a:gd name="T10" fmla="*/ 980 w 1304"/>
                <a:gd name="T11" fmla="*/ 312 h 994"/>
                <a:gd name="T12" fmla="*/ 969 w 1304"/>
                <a:gd name="T13" fmla="*/ 326 h 994"/>
                <a:gd name="T14" fmla="*/ 923 w 1304"/>
                <a:gd name="T15" fmla="*/ 357 h 994"/>
                <a:gd name="T16" fmla="*/ 865 w 1304"/>
                <a:gd name="T17" fmla="*/ 375 h 994"/>
                <a:gd name="T18" fmla="*/ 803 w 1304"/>
                <a:gd name="T19" fmla="*/ 378 h 994"/>
                <a:gd name="T20" fmla="*/ 742 w 1304"/>
                <a:gd name="T21" fmla="*/ 365 h 994"/>
                <a:gd name="T22" fmla="*/ 691 w 1304"/>
                <a:gd name="T23" fmla="*/ 339 h 994"/>
                <a:gd name="T24" fmla="*/ 672 w 1304"/>
                <a:gd name="T25" fmla="*/ 320 h 994"/>
                <a:gd name="T26" fmla="*/ 661 w 1304"/>
                <a:gd name="T27" fmla="*/ 297 h 994"/>
                <a:gd name="T28" fmla="*/ 661 w 1304"/>
                <a:gd name="T29" fmla="*/ 242 h 994"/>
                <a:gd name="T30" fmla="*/ 689 w 1304"/>
                <a:gd name="T31" fmla="*/ 138 h 994"/>
                <a:gd name="T32" fmla="*/ 697 w 1304"/>
                <a:gd name="T33" fmla="*/ 80 h 994"/>
                <a:gd name="T34" fmla="*/ 688 w 1304"/>
                <a:gd name="T35" fmla="*/ 48 h 994"/>
                <a:gd name="T36" fmla="*/ 678 w 1304"/>
                <a:gd name="T37" fmla="*/ 34 h 994"/>
                <a:gd name="T38" fmla="*/ 652 w 1304"/>
                <a:gd name="T39" fmla="*/ 15 h 994"/>
                <a:gd name="T40" fmla="*/ 593 w 1304"/>
                <a:gd name="T41" fmla="*/ 1 h 994"/>
                <a:gd name="T42" fmla="*/ 509 w 1304"/>
                <a:gd name="T43" fmla="*/ 1 h 994"/>
                <a:gd name="T44" fmla="*/ 384 w 1304"/>
                <a:gd name="T45" fmla="*/ 23 h 994"/>
                <a:gd name="T46" fmla="*/ 355 w 1304"/>
                <a:gd name="T47" fmla="*/ 76 h 994"/>
                <a:gd name="T48" fmla="*/ 376 w 1304"/>
                <a:gd name="T49" fmla="*/ 199 h 994"/>
                <a:gd name="T50" fmla="*/ 376 w 1304"/>
                <a:gd name="T51" fmla="*/ 283 h 994"/>
                <a:gd name="T52" fmla="*/ 362 w 1304"/>
                <a:gd name="T53" fmla="*/ 342 h 994"/>
                <a:gd name="T54" fmla="*/ 344 w 1304"/>
                <a:gd name="T55" fmla="*/ 368 h 994"/>
                <a:gd name="T56" fmla="*/ 330 w 1304"/>
                <a:gd name="T57" fmla="*/ 378 h 994"/>
                <a:gd name="T58" fmla="*/ 297 w 1304"/>
                <a:gd name="T59" fmla="*/ 387 h 994"/>
                <a:gd name="T60" fmla="*/ 240 w 1304"/>
                <a:gd name="T61" fmla="*/ 379 h 994"/>
                <a:gd name="T62" fmla="*/ 156 w 1304"/>
                <a:gd name="T63" fmla="*/ 356 h 994"/>
                <a:gd name="T64" fmla="*/ 98 w 1304"/>
                <a:gd name="T65" fmla="*/ 348 h 994"/>
                <a:gd name="T66" fmla="*/ 65 w 1304"/>
                <a:gd name="T67" fmla="*/ 357 h 994"/>
                <a:gd name="T68" fmla="*/ 51 w 1304"/>
                <a:gd name="T69" fmla="*/ 368 h 994"/>
                <a:gd name="T70" fmla="*/ 20 w 1304"/>
                <a:gd name="T71" fmla="*/ 415 h 994"/>
                <a:gd name="T72" fmla="*/ 3 w 1304"/>
                <a:gd name="T73" fmla="*/ 473 h 994"/>
                <a:gd name="T74" fmla="*/ 1 w 1304"/>
                <a:gd name="T75" fmla="*/ 535 h 994"/>
                <a:gd name="T76" fmla="*/ 12 w 1304"/>
                <a:gd name="T77" fmla="*/ 596 h 994"/>
                <a:gd name="T78" fmla="*/ 39 w 1304"/>
                <a:gd name="T79" fmla="*/ 647 h 994"/>
                <a:gd name="T80" fmla="*/ 59 w 1304"/>
                <a:gd name="T81" fmla="*/ 666 h 994"/>
                <a:gd name="T82" fmla="*/ 81 w 1304"/>
                <a:gd name="T83" fmla="*/ 677 h 994"/>
                <a:gd name="T84" fmla="*/ 135 w 1304"/>
                <a:gd name="T85" fmla="*/ 677 h 994"/>
                <a:gd name="T86" fmla="*/ 198 w 1304"/>
                <a:gd name="T87" fmla="*/ 659 h 994"/>
                <a:gd name="T88" fmla="*/ 278 w 1304"/>
                <a:gd name="T89" fmla="*/ 641 h 994"/>
                <a:gd name="T90" fmla="*/ 322 w 1304"/>
                <a:gd name="T91" fmla="*/ 645 h 994"/>
                <a:gd name="T92" fmla="*/ 344 w 1304"/>
                <a:gd name="T93" fmla="*/ 659 h 994"/>
                <a:gd name="T94" fmla="*/ 356 w 1304"/>
                <a:gd name="T95" fmla="*/ 677 h 994"/>
                <a:gd name="T96" fmla="*/ 373 w 1304"/>
                <a:gd name="T97" fmla="*/ 720 h 994"/>
                <a:gd name="T98" fmla="*/ 378 w 1304"/>
                <a:gd name="T99" fmla="*/ 801 h 994"/>
                <a:gd name="T100" fmla="*/ 364 w 1304"/>
                <a:gd name="T101" fmla="*/ 908 h 994"/>
                <a:gd name="T102" fmla="*/ 1304 w 1304"/>
                <a:gd name="T103" fmla="*/ 994 h 994"/>
                <a:gd name="T104" fmla="*/ 1284 w 1304"/>
                <a:gd name="T105" fmla="*/ 29 h 994"/>
                <a:gd name="T106" fmla="*/ 1167 w 1304"/>
                <a:gd name="T107" fmla="*/ 4 h 994"/>
                <a:gd name="T108" fmla="*/ 1091 w 1304"/>
                <a:gd name="T109" fmla="*/ 0 h 994"/>
                <a:gd name="T110" fmla="*/ 1038 w 1304"/>
                <a:gd name="T111" fmla="*/ 3 h 994"/>
                <a:gd name="T112" fmla="*/ 993 w 1304"/>
                <a:gd name="T113" fmla="*/ 18 h 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04" h="994">
                  <a:moveTo>
                    <a:pt x="969" y="34"/>
                  </a:moveTo>
                  <a:lnTo>
                    <a:pt x="969" y="34"/>
                  </a:lnTo>
                  <a:lnTo>
                    <a:pt x="965" y="40"/>
                  </a:lnTo>
                  <a:lnTo>
                    <a:pt x="959" y="48"/>
                  </a:lnTo>
                  <a:lnTo>
                    <a:pt x="955" y="56"/>
                  </a:lnTo>
                  <a:lnTo>
                    <a:pt x="952" y="63"/>
                  </a:lnTo>
                  <a:lnTo>
                    <a:pt x="951" y="80"/>
                  </a:lnTo>
                  <a:lnTo>
                    <a:pt x="951" y="99"/>
                  </a:lnTo>
                  <a:lnTo>
                    <a:pt x="954" y="118"/>
                  </a:lnTo>
                  <a:lnTo>
                    <a:pt x="959" y="138"/>
                  </a:lnTo>
                  <a:lnTo>
                    <a:pt x="969" y="180"/>
                  </a:lnTo>
                  <a:lnTo>
                    <a:pt x="982" y="222"/>
                  </a:lnTo>
                  <a:lnTo>
                    <a:pt x="987" y="242"/>
                  </a:lnTo>
                  <a:lnTo>
                    <a:pt x="990" y="261"/>
                  </a:lnTo>
                  <a:lnTo>
                    <a:pt x="990" y="280"/>
                  </a:lnTo>
                  <a:lnTo>
                    <a:pt x="987" y="297"/>
                  </a:lnTo>
                  <a:lnTo>
                    <a:pt x="983" y="305"/>
                  </a:lnTo>
                  <a:lnTo>
                    <a:pt x="980" y="312"/>
                  </a:lnTo>
                  <a:lnTo>
                    <a:pt x="976" y="320"/>
                  </a:lnTo>
                  <a:lnTo>
                    <a:pt x="969" y="326"/>
                  </a:lnTo>
                  <a:lnTo>
                    <a:pt x="969" y="326"/>
                  </a:lnTo>
                  <a:lnTo>
                    <a:pt x="955" y="339"/>
                  </a:lnTo>
                  <a:lnTo>
                    <a:pt x="940" y="348"/>
                  </a:lnTo>
                  <a:lnTo>
                    <a:pt x="923" y="357"/>
                  </a:lnTo>
                  <a:lnTo>
                    <a:pt x="906" y="365"/>
                  </a:lnTo>
                  <a:lnTo>
                    <a:pt x="885" y="370"/>
                  </a:lnTo>
                  <a:lnTo>
                    <a:pt x="865" y="375"/>
                  </a:lnTo>
                  <a:lnTo>
                    <a:pt x="845" y="378"/>
                  </a:lnTo>
                  <a:lnTo>
                    <a:pt x="823" y="378"/>
                  </a:lnTo>
                  <a:lnTo>
                    <a:pt x="803" y="378"/>
                  </a:lnTo>
                  <a:lnTo>
                    <a:pt x="783" y="375"/>
                  </a:lnTo>
                  <a:lnTo>
                    <a:pt x="762" y="370"/>
                  </a:lnTo>
                  <a:lnTo>
                    <a:pt x="742" y="365"/>
                  </a:lnTo>
                  <a:lnTo>
                    <a:pt x="725" y="357"/>
                  </a:lnTo>
                  <a:lnTo>
                    <a:pt x="708" y="348"/>
                  </a:lnTo>
                  <a:lnTo>
                    <a:pt x="691" y="339"/>
                  </a:lnTo>
                  <a:lnTo>
                    <a:pt x="678" y="326"/>
                  </a:lnTo>
                  <a:lnTo>
                    <a:pt x="678" y="326"/>
                  </a:lnTo>
                  <a:lnTo>
                    <a:pt x="672" y="320"/>
                  </a:lnTo>
                  <a:lnTo>
                    <a:pt x="668" y="312"/>
                  </a:lnTo>
                  <a:lnTo>
                    <a:pt x="663" y="305"/>
                  </a:lnTo>
                  <a:lnTo>
                    <a:pt x="661" y="297"/>
                  </a:lnTo>
                  <a:lnTo>
                    <a:pt x="658" y="280"/>
                  </a:lnTo>
                  <a:lnTo>
                    <a:pt x="658" y="261"/>
                  </a:lnTo>
                  <a:lnTo>
                    <a:pt x="661" y="242"/>
                  </a:lnTo>
                  <a:lnTo>
                    <a:pt x="666" y="222"/>
                  </a:lnTo>
                  <a:lnTo>
                    <a:pt x="678" y="180"/>
                  </a:lnTo>
                  <a:lnTo>
                    <a:pt x="689" y="138"/>
                  </a:lnTo>
                  <a:lnTo>
                    <a:pt x="694" y="118"/>
                  </a:lnTo>
                  <a:lnTo>
                    <a:pt x="697" y="99"/>
                  </a:lnTo>
                  <a:lnTo>
                    <a:pt x="697" y="80"/>
                  </a:lnTo>
                  <a:lnTo>
                    <a:pt x="694" y="63"/>
                  </a:lnTo>
                  <a:lnTo>
                    <a:pt x="692" y="56"/>
                  </a:lnTo>
                  <a:lnTo>
                    <a:pt x="688" y="48"/>
                  </a:lnTo>
                  <a:lnTo>
                    <a:pt x="683" y="40"/>
                  </a:lnTo>
                  <a:lnTo>
                    <a:pt x="678" y="34"/>
                  </a:lnTo>
                  <a:lnTo>
                    <a:pt x="678" y="34"/>
                  </a:lnTo>
                  <a:lnTo>
                    <a:pt x="669" y="28"/>
                  </a:lnTo>
                  <a:lnTo>
                    <a:pt x="661" y="21"/>
                  </a:lnTo>
                  <a:lnTo>
                    <a:pt x="652" y="15"/>
                  </a:lnTo>
                  <a:lnTo>
                    <a:pt x="641" y="12"/>
                  </a:lnTo>
                  <a:lnTo>
                    <a:pt x="618" y="4"/>
                  </a:lnTo>
                  <a:lnTo>
                    <a:pt x="593" y="1"/>
                  </a:lnTo>
                  <a:lnTo>
                    <a:pt x="565" y="0"/>
                  </a:lnTo>
                  <a:lnTo>
                    <a:pt x="537" y="0"/>
                  </a:lnTo>
                  <a:lnTo>
                    <a:pt x="509" y="1"/>
                  </a:lnTo>
                  <a:lnTo>
                    <a:pt x="481" y="4"/>
                  </a:lnTo>
                  <a:lnTo>
                    <a:pt x="429" y="14"/>
                  </a:lnTo>
                  <a:lnTo>
                    <a:pt x="384" y="23"/>
                  </a:lnTo>
                  <a:lnTo>
                    <a:pt x="344" y="34"/>
                  </a:lnTo>
                  <a:lnTo>
                    <a:pt x="344" y="34"/>
                  </a:lnTo>
                  <a:lnTo>
                    <a:pt x="355" y="76"/>
                  </a:lnTo>
                  <a:lnTo>
                    <a:pt x="364" y="119"/>
                  </a:lnTo>
                  <a:lnTo>
                    <a:pt x="373" y="171"/>
                  </a:lnTo>
                  <a:lnTo>
                    <a:pt x="376" y="199"/>
                  </a:lnTo>
                  <a:lnTo>
                    <a:pt x="378" y="228"/>
                  </a:lnTo>
                  <a:lnTo>
                    <a:pt x="378" y="256"/>
                  </a:lnTo>
                  <a:lnTo>
                    <a:pt x="376" y="283"/>
                  </a:lnTo>
                  <a:lnTo>
                    <a:pt x="373" y="308"/>
                  </a:lnTo>
                  <a:lnTo>
                    <a:pt x="367" y="331"/>
                  </a:lnTo>
                  <a:lnTo>
                    <a:pt x="362" y="342"/>
                  </a:lnTo>
                  <a:lnTo>
                    <a:pt x="356" y="351"/>
                  </a:lnTo>
                  <a:lnTo>
                    <a:pt x="350" y="361"/>
                  </a:lnTo>
                  <a:lnTo>
                    <a:pt x="344" y="368"/>
                  </a:lnTo>
                  <a:lnTo>
                    <a:pt x="344" y="368"/>
                  </a:lnTo>
                  <a:lnTo>
                    <a:pt x="338" y="373"/>
                  </a:lnTo>
                  <a:lnTo>
                    <a:pt x="330" y="378"/>
                  </a:lnTo>
                  <a:lnTo>
                    <a:pt x="322" y="382"/>
                  </a:lnTo>
                  <a:lnTo>
                    <a:pt x="314" y="385"/>
                  </a:lnTo>
                  <a:lnTo>
                    <a:pt x="297" y="387"/>
                  </a:lnTo>
                  <a:lnTo>
                    <a:pt x="278" y="387"/>
                  </a:lnTo>
                  <a:lnTo>
                    <a:pt x="260" y="384"/>
                  </a:lnTo>
                  <a:lnTo>
                    <a:pt x="240" y="379"/>
                  </a:lnTo>
                  <a:lnTo>
                    <a:pt x="198" y="368"/>
                  </a:lnTo>
                  <a:lnTo>
                    <a:pt x="198" y="368"/>
                  </a:lnTo>
                  <a:lnTo>
                    <a:pt x="156" y="356"/>
                  </a:lnTo>
                  <a:lnTo>
                    <a:pt x="135" y="351"/>
                  </a:lnTo>
                  <a:lnTo>
                    <a:pt x="117" y="348"/>
                  </a:lnTo>
                  <a:lnTo>
                    <a:pt x="98" y="348"/>
                  </a:lnTo>
                  <a:lnTo>
                    <a:pt x="81" y="351"/>
                  </a:lnTo>
                  <a:lnTo>
                    <a:pt x="73" y="354"/>
                  </a:lnTo>
                  <a:lnTo>
                    <a:pt x="65" y="357"/>
                  </a:lnTo>
                  <a:lnTo>
                    <a:pt x="59" y="362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39" y="382"/>
                  </a:lnTo>
                  <a:lnTo>
                    <a:pt x="29" y="398"/>
                  </a:lnTo>
                  <a:lnTo>
                    <a:pt x="20" y="415"/>
                  </a:lnTo>
                  <a:lnTo>
                    <a:pt x="12" y="432"/>
                  </a:lnTo>
                  <a:lnTo>
                    <a:pt x="8" y="452"/>
                  </a:lnTo>
                  <a:lnTo>
                    <a:pt x="3" y="473"/>
                  </a:lnTo>
                  <a:lnTo>
                    <a:pt x="1" y="493"/>
                  </a:lnTo>
                  <a:lnTo>
                    <a:pt x="0" y="515"/>
                  </a:lnTo>
                  <a:lnTo>
                    <a:pt x="1" y="535"/>
                  </a:lnTo>
                  <a:lnTo>
                    <a:pt x="3" y="555"/>
                  </a:lnTo>
                  <a:lnTo>
                    <a:pt x="8" y="575"/>
                  </a:lnTo>
                  <a:lnTo>
                    <a:pt x="12" y="596"/>
                  </a:lnTo>
                  <a:lnTo>
                    <a:pt x="20" y="613"/>
                  </a:lnTo>
                  <a:lnTo>
                    <a:pt x="29" y="630"/>
                  </a:lnTo>
                  <a:lnTo>
                    <a:pt x="39" y="647"/>
                  </a:lnTo>
                  <a:lnTo>
                    <a:pt x="51" y="659"/>
                  </a:lnTo>
                  <a:lnTo>
                    <a:pt x="51" y="659"/>
                  </a:lnTo>
                  <a:lnTo>
                    <a:pt x="59" y="666"/>
                  </a:lnTo>
                  <a:lnTo>
                    <a:pt x="65" y="670"/>
                  </a:lnTo>
                  <a:lnTo>
                    <a:pt x="73" y="675"/>
                  </a:lnTo>
                  <a:lnTo>
                    <a:pt x="81" y="677"/>
                  </a:lnTo>
                  <a:lnTo>
                    <a:pt x="98" y="680"/>
                  </a:lnTo>
                  <a:lnTo>
                    <a:pt x="117" y="680"/>
                  </a:lnTo>
                  <a:lnTo>
                    <a:pt x="135" y="677"/>
                  </a:lnTo>
                  <a:lnTo>
                    <a:pt x="156" y="672"/>
                  </a:lnTo>
                  <a:lnTo>
                    <a:pt x="198" y="659"/>
                  </a:lnTo>
                  <a:lnTo>
                    <a:pt x="198" y="659"/>
                  </a:lnTo>
                  <a:lnTo>
                    <a:pt x="240" y="648"/>
                  </a:lnTo>
                  <a:lnTo>
                    <a:pt x="260" y="644"/>
                  </a:lnTo>
                  <a:lnTo>
                    <a:pt x="278" y="641"/>
                  </a:lnTo>
                  <a:lnTo>
                    <a:pt x="297" y="641"/>
                  </a:lnTo>
                  <a:lnTo>
                    <a:pt x="314" y="644"/>
                  </a:lnTo>
                  <a:lnTo>
                    <a:pt x="322" y="645"/>
                  </a:lnTo>
                  <a:lnTo>
                    <a:pt x="330" y="650"/>
                  </a:lnTo>
                  <a:lnTo>
                    <a:pt x="338" y="655"/>
                  </a:lnTo>
                  <a:lnTo>
                    <a:pt x="344" y="659"/>
                  </a:lnTo>
                  <a:lnTo>
                    <a:pt x="344" y="659"/>
                  </a:lnTo>
                  <a:lnTo>
                    <a:pt x="350" y="667"/>
                  </a:lnTo>
                  <a:lnTo>
                    <a:pt x="356" y="677"/>
                  </a:lnTo>
                  <a:lnTo>
                    <a:pt x="362" y="686"/>
                  </a:lnTo>
                  <a:lnTo>
                    <a:pt x="367" y="697"/>
                  </a:lnTo>
                  <a:lnTo>
                    <a:pt x="373" y="720"/>
                  </a:lnTo>
                  <a:lnTo>
                    <a:pt x="376" y="745"/>
                  </a:lnTo>
                  <a:lnTo>
                    <a:pt x="378" y="773"/>
                  </a:lnTo>
                  <a:lnTo>
                    <a:pt x="378" y="801"/>
                  </a:lnTo>
                  <a:lnTo>
                    <a:pt x="376" y="829"/>
                  </a:lnTo>
                  <a:lnTo>
                    <a:pt x="373" y="857"/>
                  </a:lnTo>
                  <a:lnTo>
                    <a:pt x="364" y="908"/>
                  </a:lnTo>
                  <a:lnTo>
                    <a:pt x="355" y="954"/>
                  </a:lnTo>
                  <a:lnTo>
                    <a:pt x="344" y="994"/>
                  </a:lnTo>
                  <a:lnTo>
                    <a:pt x="1304" y="994"/>
                  </a:lnTo>
                  <a:lnTo>
                    <a:pt x="1304" y="34"/>
                  </a:lnTo>
                  <a:lnTo>
                    <a:pt x="1304" y="34"/>
                  </a:lnTo>
                  <a:lnTo>
                    <a:pt x="1284" y="29"/>
                  </a:lnTo>
                  <a:lnTo>
                    <a:pt x="1234" y="17"/>
                  </a:lnTo>
                  <a:lnTo>
                    <a:pt x="1203" y="10"/>
                  </a:lnTo>
                  <a:lnTo>
                    <a:pt x="1167" y="4"/>
                  </a:lnTo>
                  <a:lnTo>
                    <a:pt x="1130" y="1"/>
                  </a:lnTo>
                  <a:lnTo>
                    <a:pt x="1091" y="0"/>
                  </a:lnTo>
                  <a:lnTo>
                    <a:pt x="1091" y="0"/>
                  </a:lnTo>
                  <a:lnTo>
                    <a:pt x="1074" y="0"/>
                  </a:lnTo>
                  <a:lnTo>
                    <a:pt x="1055" y="1"/>
                  </a:lnTo>
                  <a:lnTo>
                    <a:pt x="1038" y="3"/>
                  </a:lnTo>
                  <a:lnTo>
                    <a:pt x="1022" y="7"/>
                  </a:lnTo>
                  <a:lnTo>
                    <a:pt x="1007" y="12"/>
                  </a:lnTo>
                  <a:lnTo>
                    <a:pt x="993" y="18"/>
                  </a:lnTo>
                  <a:lnTo>
                    <a:pt x="980" y="24"/>
                  </a:lnTo>
                  <a:lnTo>
                    <a:pt x="969" y="34"/>
                  </a:lnTo>
                  <a:close/>
                </a:path>
              </a:pathLst>
            </a:custGeom>
            <a:solidFill>
              <a:srgbClr val="C70E2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2"/>
            <p:cNvSpPr/>
            <p:nvPr>
              <p:custDataLst>
                <p:tags r:id="rId6"/>
              </p:custDataLst>
            </p:nvPr>
          </p:nvSpPr>
          <p:spPr bwMode="auto">
            <a:xfrm flipH="1" flipV="1">
              <a:off x="277673" y="-434994"/>
              <a:ext cx="543742" cy="869987"/>
            </a:xfrm>
            <a:custGeom>
              <a:avLst/>
              <a:gdLst>
                <a:gd name="T0" fmla="*/ 352 w 1030"/>
                <a:gd name="T1" fmla="*/ 81 h 1648"/>
                <a:gd name="T2" fmla="*/ 381 w 1030"/>
                <a:gd name="T3" fmla="*/ 240 h 1648"/>
                <a:gd name="T4" fmla="*/ 380 w 1030"/>
                <a:gd name="T5" fmla="*/ 330 h 1648"/>
                <a:gd name="T6" fmla="*/ 343 w 1030"/>
                <a:gd name="T7" fmla="*/ 363 h 1648"/>
                <a:gd name="T8" fmla="*/ 201 w 1030"/>
                <a:gd name="T9" fmla="*/ 377 h 1648"/>
                <a:gd name="T10" fmla="*/ 24 w 1030"/>
                <a:gd name="T11" fmla="*/ 385 h 1648"/>
                <a:gd name="T12" fmla="*/ 2 w 1030"/>
                <a:gd name="T13" fmla="*/ 593 h 1648"/>
                <a:gd name="T14" fmla="*/ 34 w 1030"/>
                <a:gd name="T15" fmla="*/ 679 h 1648"/>
                <a:gd name="T16" fmla="*/ 81 w 1030"/>
                <a:gd name="T17" fmla="*/ 697 h 1648"/>
                <a:gd name="T18" fmla="*/ 223 w 1030"/>
                <a:gd name="T19" fmla="*/ 666 h 1648"/>
                <a:gd name="T20" fmla="*/ 313 w 1030"/>
                <a:gd name="T21" fmla="*/ 668 h 1648"/>
                <a:gd name="T22" fmla="*/ 358 w 1030"/>
                <a:gd name="T23" fmla="*/ 724 h 1648"/>
                <a:gd name="T24" fmla="*/ 378 w 1030"/>
                <a:gd name="T25" fmla="*/ 845 h 1648"/>
                <a:gd name="T26" fmla="*/ 339 w 1030"/>
                <a:gd name="T27" fmla="*/ 956 h 1648"/>
                <a:gd name="T28" fmla="*/ 297 w 1030"/>
                <a:gd name="T29" fmla="*/ 987 h 1648"/>
                <a:gd name="T30" fmla="*/ 181 w 1030"/>
                <a:gd name="T31" fmla="*/ 970 h 1648"/>
                <a:gd name="T32" fmla="*/ 56 w 1030"/>
                <a:gd name="T33" fmla="*/ 956 h 1648"/>
                <a:gd name="T34" fmla="*/ 22 w 1030"/>
                <a:gd name="T35" fmla="*/ 987 h 1648"/>
                <a:gd name="T36" fmla="*/ 0 w 1030"/>
                <a:gd name="T37" fmla="*/ 1110 h 1648"/>
                <a:gd name="T38" fmla="*/ 34 w 1030"/>
                <a:gd name="T39" fmla="*/ 1304 h 1648"/>
                <a:gd name="T40" fmla="*/ 257 w 1030"/>
                <a:gd name="T41" fmla="*/ 1269 h 1648"/>
                <a:gd name="T42" fmla="*/ 361 w 1030"/>
                <a:gd name="T43" fmla="*/ 1297 h 1648"/>
                <a:gd name="T44" fmla="*/ 386 w 1030"/>
                <a:gd name="T45" fmla="*/ 1334 h 1648"/>
                <a:gd name="T46" fmla="*/ 357 w 1030"/>
                <a:gd name="T47" fmla="*/ 1491 h 1648"/>
                <a:gd name="T48" fmla="*/ 358 w 1030"/>
                <a:gd name="T49" fmla="*/ 1583 h 1648"/>
                <a:gd name="T50" fmla="*/ 416 w 1030"/>
                <a:gd name="T51" fmla="*/ 1628 h 1648"/>
                <a:gd name="T52" fmla="*/ 536 w 1030"/>
                <a:gd name="T53" fmla="*/ 1647 h 1648"/>
                <a:gd name="T54" fmla="*/ 648 w 1030"/>
                <a:gd name="T55" fmla="*/ 1608 h 1648"/>
                <a:gd name="T56" fmla="*/ 677 w 1030"/>
                <a:gd name="T57" fmla="*/ 1567 h 1648"/>
                <a:gd name="T58" fmla="*/ 649 w 1030"/>
                <a:gd name="T59" fmla="*/ 1409 h 1648"/>
                <a:gd name="T60" fmla="*/ 651 w 1030"/>
                <a:gd name="T61" fmla="*/ 1318 h 1648"/>
                <a:gd name="T62" fmla="*/ 688 w 1030"/>
                <a:gd name="T63" fmla="*/ 1286 h 1648"/>
                <a:gd name="T64" fmla="*/ 830 w 1030"/>
                <a:gd name="T65" fmla="*/ 1272 h 1648"/>
                <a:gd name="T66" fmla="*/ 1006 w 1030"/>
                <a:gd name="T67" fmla="*/ 1262 h 1648"/>
                <a:gd name="T68" fmla="*/ 1027 w 1030"/>
                <a:gd name="T69" fmla="*/ 1055 h 1648"/>
                <a:gd name="T70" fmla="*/ 995 w 1030"/>
                <a:gd name="T71" fmla="*/ 970 h 1648"/>
                <a:gd name="T72" fmla="*/ 948 w 1030"/>
                <a:gd name="T73" fmla="*/ 951 h 1648"/>
                <a:gd name="T74" fmla="*/ 808 w 1030"/>
                <a:gd name="T75" fmla="*/ 982 h 1648"/>
                <a:gd name="T76" fmla="*/ 716 w 1030"/>
                <a:gd name="T77" fmla="*/ 981 h 1648"/>
                <a:gd name="T78" fmla="*/ 671 w 1030"/>
                <a:gd name="T79" fmla="*/ 923 h 1648"/>
                <a:gd name="T80" fmla="*/ 652 w 1030"/>
                <a:gd name="T81" fmla="*/ 803 h 1648"/>
                <a:gd name="T82" fmla="*/ 691 w 1030"/>
                <a:gd name="T83" fmla="*/ 691 h 1648"/>
                <a:gd name="T84" fmla="*/ 732 w 1030"/>
                <a:gd name="T85" fmla="*/ 662 h 1648"/>
                <a:gd name="T86" fmla="*/ 848 w 1030"/>
                <a:gd name="T87" fmla="*/ 679 h 1648"/>
                <a:gd name="T88" fmla="*/ 973 w 1030"/>
                <a:gd name="T89" fmla="*/ 693 h 1648"/>
                <a:gd name="T90" fmla="*/ 1007 w 1030"/>
                <a:gd name="T91" fmla="*/ 662 h 1648"/>
                <a:gd name="T92" fmla="*/ 1029 w 1030"/>
                <a:gd name="T93" fmla="*/ 537 h 1648"/>
                <a:gd name="T94" fmla="*/ 995 w 1030"/>
                <a:gd name="T95" fmla="*/ 344 h 1648"/>
                <a:gd name="T96" fmla="*/ 774 w 1030"/>
                <a:gd name="T97" fmla="*/ 378 h 1648"/>
                <a:gd name="T98" fmla="*/ 669 w 1030"/>
                <a:gd name="T99" fmla="*/ 350 h 1648"/>
                <a:gd name="T100" fmla="*/ 644 w 1030"/>
                <a:gd name="T101" fmla="*/ 315 h 1648"/>
                <a:gd name="T102" fmla="*/ 672 w 1030"/>
                <a:gd name="T103" fmla="*/ 156 h 1648"/>
                <a:gd name="T104" fmla="*/ 671 w 1030"/>
                <a:gd name="T105" fmla="*/ 66 h 1648"/>
                <a:gd name="T106" fmla="*/ 615 w 1030"/>
                <a:gd name="T107" fmla="*/ 20 h 1648"/>
                <a:gd name="T108" fmla="*/ 515 w 1030"/>
                <a:gd name="T109" fmla="*/ 0 h 1648"/>
                <a:gd name="T110" fmla="*/ 399 w 1030"/>
                <a:gd name="T111" fmla="*/ 30 h 1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30" h="1648">
                  <a:moveTo>
                    <a:pt x="369" y="52"/>
                  </a:moveTo>
                  <a:lnTo>
                    <a:pt x="369" y="52"/>
                  </a:lnTo>
                  <a:lnTo>
                    <a:pt x="363" y="59"/>
                  </a:lnTo>
                  <a:lnTo>
                    <a:pt x="358" y="66"/>
                  </a:lnTo>
                  <a:lnTo>
                    <a:pt x="355" y="73"/>
                  </a:lnTo>
                  <a:lnTo>
                    <a:pt x="352" y="81"/>
                  </a:lnTo>
                  <a:lnTo>
                    <a:pt x="349" y="98"/>
                  </a:lnTo>
                  <a:lnTo>
                    <a:pt x="349" y="117"/>
                  </a:lnTo>
                  <a:lnTo>
                    <a:pt x="352" y="136"/>
                  </a:lnTo>
                  <a:lnTo>
                    <a:pt x="357" y="156"/>
                  </a:lnTo>
                  <a:lnTo>
                    <a:pt x="369" y="198"/>
                  </a:lnTo>
                  <a:lnTo>
                    <a:pt x="381" y="240"/>
                  </a:lnTo>
                  <a:lnTo>
                    <a:pt x="386" y="260"/>
                  </a:lnTo>
                  <a:lnTo>
                    <a:pt x="388" y="279"/>
                  </a:lnTo>
                  <a:lnTo>
                    <a:pt x="388" y="297"/>
                  </a:lnTo>
                  <a:lnTo>
                    <a:pt x="386" y="315"/>
                  </a:lnTo>
                  <a:lnTo>
                    <a:pt x="383" y="322"/>
                  </a:lnTo>
                  <a:lnTo>
                    <a:pt x="380" y="330"/>
                  </a:lnTo>
                  <a:lnTo>
                    <a:pt x="375" y="338"/>
                  </a:lnTo>
                  <a:lnTo>
                    <a:pt x="369" y="344"/>
                  </a:lnTo>
                  <a:lnTo>
                    <a:pt x="369" y="344"/>
                  </a:lnTo>
                  <a:lnTo>
                    <a:pt x="361" y="350"/>
                  </a:lnTo>
                  <a:lnTo>
                    <a:pt x="352" y="357"/>
                  </a:lnTo>
                  <a:lnTo>
                    <a:pt x="343" y="363"/>
                  </a:lnTo>
                  <a:lnTo>
                    <a:pt x="332" y="366"/>
                  </a:lnTo>
                  <a:lnTo>
                    <a:pt x="308" y="374"/>
                  </a:lnTo>
                  <a:lnTo>
                    <a:pt x="283" y="377"/>
                  </a:lnTo>
                  <a:lnTo>
                    <a:pt x="257" y="378"/>
                  </a:lnTo>
                  <a:lnTo>
                    <a:pt x="229" y="378"/>
                  </a:lnTo>
                  <a:lnTo>
                    <a:pt x="201" y="377"/>
                  </a:lnTo>
                  <a:lnTo>
                    <a:pt x="173" y="374"/>
                  </a:lnTo>
                  <a:lnTo>
                    <a:pt x="120" y="364"/>
                  </a:lnTo>
                  <a:lnTo>
                    <a:pt x="76" y="355"/>
                  </a:lnTo>
                  <a:lnTo>
                    <a:pt x="34" y="344"/>
                  </a:lnTo>
                  <a:lnTo>
                    <a:pt x="34" y="344"/>
                  </a:lnTo>
                  <a:lnTo>
                    <a:pt x="24" y="385"/>
                  </a:lnTo>
                  <a:lnTo>
                    <a:pt x="14" y="430"/>
                  </a:lnTo>
                  <a:lnTo>
                    <a:pt x="5" y="481"/>
                  </a:lnTo>
                  <a:lnTo>
                    <a:pt x="2" y="509"/>
                  </a:lnTo>
                  <a:lnTo>
                    <a:pt x="0" y="537"/>
                  </a:lnTo>
                  <a:lnTo>
                    <a:pt x="0" y="565"/>
                  </a:lnTo>
                  <a:lnTo>
                    <a:pt x="2" y="593"/>
                  </a:lnTo>
                  <a:lnTo>
                    <a:pt x="6" y="618"/>
                  </a:lnTo>
                  <a:lnTo>
                    <a:pt x="13" y="641"/>
                  </a:lnTo>
                  <a:lnTo>
                    <a:pt x="17" y="652"/>
                  </a:lnTo>
                  <a:lnTo>
                    <a:pt x="22" y="662"/>
                  </a:lnTo>
                  <a:lnTo>
                    <a:pt x="28" y="669"/>
                  </a:lnTo>
                  <a:lnTo>
                    <a:pt x="34" y="679"/>
                  </a:lnTo>
                  <a:lnTo>
                    <a:pt x="34" y="679"/>
                  </a:lnTo>
                  <a:lnTo>
                    <a:pt x="42" y="683"/>
                  </a:lnTo>
                  <a:lnTo>
                    <a:pt x="48" y="688"/>
                  </a:lnTo>
                  <a:lnTo>
                    <a:pt x="56" y="693"/>
                  </a:lnTo>
                  <a:lnTo>
                    <a:pt x="64" y="694"/>
                  </a:lnTo>
                  <a:lnTo>
                    <a:pt x="81" y="697"/>
                  </a:lnTo>
                  <a:lnTo>
                    <a:pt x="100" y="697"/>
                  </a:lnTo>
                  <a:lnTo>
                    <a:pt x="120" y="694"/>
                  </a:lnTo>
                  <a:lnTo>
                    <a:pt x="139" y="690"/>
                  </a:lnTo>
                  <a:lnTo>
                    <a:pt x="181" y="679"/>
                  </a:lnTo>
                  <a:lnTo>
                    <a:pt x="181" y="679"/>
                  </a:lnTo>
                  <a:lnTo>
                    <a:pt x="223" y="666"/>
                  </a:lnTo>
                  <a:lnTo>
                    <a:pt x="243" y="662"/>
                  </a:lnTo>
                  <a:lnTo>
                    <a:pt x="262" y="659"/>
                  </a:lnTo>
                  <a:lnTo>
                    <a:pt x="280" y="659"/>
                  </a:lnTo>
                  <a:lnTo>
                    <a:pt x="297" y="662"/>
                  </a:lnTo>
                  <a:lnTo>
                    <a:pt x="305" y="663"/>
                  </a:lnTo>
                  <a:lnTo>
                    <a:pt x="313" y="668"/>
                  </a:lnTo>
                  <a:lnTo>
                    <a:pt x="321" y="673"/>
                  </a:lnTo>
                  <a:lnTo>
                    <a:pt x="327" y="679"/>
                  </a:lnTo>
                  <a:lnTo>
                    <a:pt x="327" y="679"/>
                  </a:lnTo>
                  <a:lnTo>
                    <a:pt x="339" y="691"/>
                  </a:lnTo>
                  <a:lnTo>
                    <a:pt x="350" y="707"/>
                  </a:lnTo>
                  <a:lnTo>
                    <a:pt x="358" y="724"/>
                  </a:lnTo>
                  <a:lnTo>
                    <a:pt x="366" y="743"/>
                  </a:lnTo>
                  <a:lnTo>
                    <a:pt x="372" y="763"/>
                  </a:lnTo>
                  <a:lnTo>
                    <a:pt x="375" y="783"/>
                  </a:lnTo>
                  <a:lnTo>
                    <a:pt x="378" y="803"/>
                  </a:lnTo>
                  <a:lnTo>
                    <a:pt x="378" y="824"/>
                  </a:lnTo>
                  <a:lnTo>
                    <a:pt x="378" y="845"/>
                  </a:lnTo>
                  <a:lnTo>
                    <a:pt x="375" y="866"/>
                  </a:lnTo>
                  <a:lnTo>
                    <a:pt x="372" y="886"/>
                  </a:lnTo>
                  <a:lnTo>
                    <a:pt x="366" y="904"/>
                  </a:lnTo>
                  <a:lnTo>
                    <a:pt x="358" y="923"/>
                  </a:lnTo>
                  <a:lnTo>
                    <a:pt x="350" y="940"/>
                  </a:lnTo>
                  <a:lnTo>
                    <a:pt x="339" y="956"/>
                  </a:lnTo>
                  <a:lnTo>
                    <a:pt x="327" y="970"/>
                  </a:lnTo>
                  <a:lnTo>
                    <a:pt x="327" y="970"/>
                  </a:lnTo>
                  <a:lnTo>
                    <a:pt x="321" y="976"/>
                  </a:lnTo>
                  <a:lnTo>
                    <a:pt x="313" y="981"/>
                  </a:lnTo>
                  <a:lnTo>
                    <a:pt x="305" y="984"/>
                  </a:lnTo>
                  <a:lnTo>
                    <a:pt x="297" y="987"/>
                  </a:lnTo>
                  <a:lnTo>
                    <a:pt x="280" y="990"/>
                  </a:lnTo>
                  <a:lnTo>
                    <a:pt x="262" y="990"/>
                  </a:lnTo>
                  <a:lnTo>
                    <a:pt x="243" y="987"/>
                  </a:lnTo>
                  <a:lnTo>
                    <a:pt x="223" y="982"/>
                  </a:lnTo>
                  <a:lnTo>
                    <a:pt x="181" y="970"/>
                  </a:lnTo>
                  <a:lnTo>
                    <a:pt x="181" y="970"/>
                  </a:lnTo>
                  <a:lnTo>
                    <a:pt x="139" y="957"/>
                  </a:lnTo>
                  <a:lnTo>
                    <a:pt x="120" y="954"/>
                  </a:lnTo>
                  <a:lnTo>
                    <a:pt x="100" y="951"/>
                  </a:lnTo>
                  <a:lnTo>
                    <a:pt x="81" y="951"/>
                  </a:lnTo>
                  <a:lnTo>
                    <a:pt x="64" y="953"/>
                  </a:lnTo>
                  <a:lnTo>
                    <a:pt x="56" y="956"/>
                  </a:lnTo>
                  <a:lnTo>
                    <a:pt x="48" y="959"/>
                  </a:lnTo>
                  <a:lnTo>
                    <a:pt x="42" y="964"/>
                  </a:lnTo>
                  <a:lnTo>
                    <a:pt x="34" y="970"/>
                  </a:lnTo>
                  <a:lnTo>
                    <a:pt x="34" y="970"/>
                  </a:lnTo>
                  <a:lnTo>
                    <a:pt x="28" y="978"/>
                  </a:lnTo>
                  <a:lnTo>
                    <a:pt x="22" y="987"/>
                  </a:lnTo>
                  <a:lnTo>
                    <a:pt x="17" y="996"/>
                  </a:lnTo>
                  <a:lnTo>
                    <a:pt x="13" y="1007"/>
                  </a:lnTo>
                  <a:lnTo>
                    <a:pt x="6" y="1031"/>
                  </a:lnTo>
                  <a:lnTo>
                    <a:pt x="2" y="1055"/>
                  </a:lnTo>
                  <a:lnTo>
                    <a:pt x="0" y="1082"/>
                  </a:lnTo>
                  <a:lnTo>
                    <a:pt x="0" y="1110"/>
                  </a:lnTo>
                  <a:lnTo>
                    <a:pt x="2" y="1139"/>
                  </a:lnTo>
                  <a:lnTo>
                    <a:pt x="5" y="1166"/>
                  </a:lnTo>
                  <a:lnTo>
                    <a:pt x="14" y="1219"/>
                  </a:lnTo>
                  <a:lnTo>
                    <a:pt x="24" y="1262"/>
                  </a:lnTo>
                  <a:lnTo>
                    <a:pt x="34" y="1304"/>
                  </a:lnTo>
                  <a:lnTo>
                    <a:pt x="34" y="1304"/>
                  </a:lnTo>
                  <a:lnTo>
                    <a:pt x="76" y="1294"/>
                  </a:lnTo>
                  <a:lnTo>
                    <a:pt x="120" y="1283"/>
                  </a:lnTo>
                  <a:lnTo>
                    <a:pt x="173" y="1275"/>
                  </a:lnTo>
                  <a:lnTo>
                    <a:pt x="201" y="1272"/>
                  </a:lnTo>
                  <a:lnTo>
                    <a:pt x="229" y="1270"/>
                  </a:lnTo>
                  <a:lnTo>
                    <a:pt x="257" y="1269"/>
                  </a:lnTo>
                  <a:lnTo>
                    <a:pt x="283" y="1270"/>
                  </a:lnTo>
                  <a:lnTo>
                    <a:pt x="308" y="1275"/>
                  </a:lnTo>
                  <a:lnTo>
                    <a:pt x="332" y="1281"/>
                  </a:lnTo>
                  <a:lnTo>
                    <a:pt x="343" y="1286"/>
                  </a:lnTo>
                  <a:lnTo>
                    <a:pt x="352" y="1290"/>
                  </a:lnTo>
                  <a:lnTo>
                    <a:pt x="361" y="1297"/>
                  </a:lnTo>
                  <a:lnTo>
                    <a:pt x="369" y="1304"/>
                  </a:lnTo>
                  <a:lnTo>
                    <a:pt x="369" y="1304"/>
                  </a:lnTo>
                  <a:lnTo>
                    <a:pt x="375" y="1311"/>
                  </a:lnTo>
                  <a:lnTo>
                    <a:pt x="380" y="1318"/>
                  </a:lnTo>
                  <a:lnTo>
                    <a:pt x="383" y="1326"/>
                  </a:lnTo>
                  <a:lnTo>
                    <a:pt x="386" y="1334"/>
                  </a:lnTo>
                  <a:lnTo>
                    <a:pt x="388" y="1351"/>
                  </a:lnTo>
                  <a:lnTo>
                    <a:pt x="388" y="1370"/>
                  </a:lnTo>
                  <a:lnTo>
                    <a:pt x="386" y="1388"/>
                  </a:lnTo>
                  <a:lnTo>
                    <a:pt x="381" y="1409"/>
                  </a:lnTo>
                  <a:lnTo>
                    <a:pt x="369" y="1451"/>
                  </a:lnTo>
                  <a:lnTo>
                    <a:pt x="357" y="1491"/>
                  </a:lnTo>
                  <a:lnTo>
                    <a:pt x="352" y="1511"/>
                  </a:lnTo>
                  <a:lnTo>
                    <a:pt x="349" y="1532"/>
                  </a:lnTo>
                  <a:lnTo>
                    <a:pt x="349" y="1550"/>
                  </a:lnTo>
                  <a:lnTo>
                    <a:pt x="352" y="1567"/>
                  </a:lnTo>
                  <a:lnTo>
                    <a:pt x="355" y="1575"/>
                  </a:lnTo>
                  <a:lnTo>
                    <a:pt x="358" y="1583"/>
                  </a:lnTo>
                  <a:lnTo>
                    <a:pt x="363" y="1589"/>
                  </a:lnTo>
                  <a:lnTo>
                    <a:pt x="369" y="1597"/>
                  </a:lnTo>
                  <a:lnTo>
                    <a:pt x="369" y="1597"/>
                  </a:lnTo>
                  <a:lnTo>
                    <a:pt x="383" y="1608"/>
                  </a:lnTo>
                  <a:lnTo>
                    <a:pt x="399" y="1619"/>
                  </a:lnTo>
                  <a:lnTo>
                    <a:pt x="416" y="1628"/>
                  </a:lnTo>
                  <a:lnTo>
                    <a:pt x="434" y="1634"/>
                  </a:lnTo>
                  <a:lnTo>
                    <a:pt x="453" y="1641"/>
                  </a:lnTo>
                  <a:lnTo>
                    <a:pt x="473" y="1645"/>
                  </a:lnTo>
                  <a:lnTo>
                    <a:pt x="494" y="1647"/>
                  </a:lnTo>
                  <a:lnTo>
                    <a:pt x="515" y="1648"/>
                  </a:lnTo>
                  <a:lnTo>
                    <a:pt x="536" y="1647"/>
                  </a:lnTo>
                  <a:lnTo>
                    <a:pt x="556" y="1645"/>
                  </a:lnTo>
                  <a:lnTo>
                    <a:pt x="576" y="1641"/>
                  </a:lnTo>
                  <a:lnTo>
                    <a:pt x="596" y="1634"/>
                  </a:lnTo>
                  <a:lnTo>
                    <a:pt x="615" y="1628"/>
                  </a:lnTo>
                  <a:lnTo>
                    <a:pt x="632" y="1619"/>
                  </a:lnTo>
                  <a:lnTo>
                    <a:pt x="648" y="1608"/>
                  </a:lnTo>
                  <a:lnTo>
                    <a:pt x="662" y="1597"/>
                  </a:lnTo>
                  <a:lnTo>
                    <a:pt x="662" y="1597"/>
                  </a:lnTo>
                  <a:lnTo>
                    <a:pt x="666" y="1589"/>
                  </a:lnTo>
                  <a:lnTo>
                    <a:pt x="671" y="1583"/>
                  </a:lnTo>
                  <a:lnTo>
                    <a:pt x="676" y="1575"/>
                  </a:lnTo>
                  <a:lnTo>
                    <a:pt x="677" y="1567"/>
                  </a:lnTo>
                  <a:lnTo>
                    <a:pt x="680" y="1550"/>
                  </a:lnTo>
                  <a:lnTo>
                    <a:pt x="680" y="1532"/>
                  </a:lnTo>
                  <a:lnTo>
                    <a:pt x="677" y="1511"/>
                  </a:lnTo>
                  <a:lnTo>
                    <a:pt x="672" y="1491"/>
                  </a:lnTo>
                  <a:lnTo>
                    <a:pt x="662" y="1451"/>
                  </a:lnTo>
                  <a:lnTo>
                    <a:pt x="649" y="1409"/>
                  </a:lnTo>
                  <a:lnTo>
                    <a:pt x="644" y="1388"/>
                  </a:lnTo>
                  <a:lnTo>
                    <a:pt x="641" y="1370"/>
                  </a:lnTo>
                  <a:lnTo>
                    <a:pt x="641" y="1351"/>
                  </a:lnTo>
                  <a:lnTo>
                    <a:pt x="644" y="1334"/>
                  </a:lnTo>
                  <a:lnTo>
                    <a:pt x="646" y="1326"/>
                  </a:lnTo>
                  <a:lnTo>
                    <a:pt x="651" y="1318"/>
                  </a:lnTo>
                  <a:lnTo>
                    <a:pt x="655" y="1311"/>
                  </a:lnTo>
                  <a:lnTo>
                    <a:pt x="662" y="1304"/>
                  </a:lnTo>
                  <a:lnTo>
                    <a:pt x="662" y="1304"/>
                  </a:lnTo>
                  <a:lnTo>
                    <a:pt x="669" y="1297"/>
                  </a:lnTo>
                  <a:lnTo>
                    <a:pt x="677" y="1290"/>
                  </a:lnTo>
                  <a:lnTo>
                    <a:pt x="688" y="1286"/>
                  </a:lnTo>
                  <a:lnTo>
                    <a:pt x="697" y="1281"/>
                  </a:lnTo>
                  <a:lnTo>
                    <a:pt x="721" y="1275"/>
                  </a:lnTo>
                  <a:lnTo>
                    <a:pt x="746" y="1270"/>
                  </a:lnTo>
                  <a:lnTo>
                    <a:pt x="774" y="1269"/>
                  </a:lnTo>
                  <a:lnTo>
                    <a:pt x="802" y="1270"/>
                  </a:lnTo>
                  <a:lnTo>
                    <a:pt x="830" y="1272"/>
                  </a:lnTo>
                  <a:lnTo>
                    <a:pt x="858" y="1275"/>
                  </a:lnTo>
                  <a:lnTo>
                    <a:pt x="911" y="1283"/>
                  </a:lnTo>
                  <a:lnTo>
                    <a:pt x="954" y="1294"/>
                  </a:lnTo>
                  <a:lnTo>
                    <a:pt x="995" y="1304"/>
                  </a:lnTo>
                  <a:lnTo>
                    <a:pt x="995" y="1304"/>
                  </a:lnTo>
                  <a:lnTo>
                    <a:pt x="1006" y="1262"/>
                  </a:lnTo>
                  <a:lnTo>
                    <a:pt x="1015" y="1219"/>
                  </a:lnTo>
                  <a:lnTo>
                    <a:pt x="1024" y="1166"/>
                  </a:lnTo>
                  <a:lnTo>
                    <a:pt x="1027" y="1139"/>
                  </a:lnTo>
                  <a:lnTo>
                    <a:pt x="1029" y="1110"/>
                  </a:lnTo>
                  <a:lnTo>
                    <a:pt x="1030" y="1082"/>
                  </a:lnTo>
                  <a:lnTo>
                    <a:pt x="1027" y="1055"/>
                  </a:lnTo>
                  <a:lnTo>
                    <a:pt x="1024" y="1031"/>
                  </a:lnTo>
                  <a:lnTo>
                    <a:pt x="1018" y="1007"/>
                  </a:lnTo>
                  <a:lnTo>
                    <a:pt x="1013" y="996"/>
                  </a:lnTo>
                  <a:lnTo>
                    <a:pt x="1007" y="987"/>
                  </a:lnTo>
                  <a:lnTo>
                    <a:pt x="1002" y="978"/>
                  </a:lnTo>
                  <a:lnTo>
                    <a:pt x="995" y="970"/>
                  </a:lnTo>
                  <a:lnTo>
                    <a:pt x="995" y="970"/>
                  </a:lnTo>
                  <a:lnTo>
                    <a:pt x="988" y="964"/>
                  </a:lnTo>
                  <a:lnTo>
                    <a:pt x="981" y="959"/>
                  </a:lnTo>
                  <a:lnTo>
                    <a:pt x="973" y="956"/>
                  </a:lnTo>
                  <a:lnTo>
                    <a:pt x="965" y="953"/>
                  </a:lnTo>
                  <a:lnTo>
                    <a:pt x="948" y="951"/>
                  </a:lnTo>
                  <a:lnTo>
                    <a:pt x="929" y="951"/>
                  </a:lnTo>
                  <a:lnTo>
                    <a:pt x="911" y="954"/>
                  </a:lnTo>
                  <a:lnTo>
                    <a:pt x="890" y="957"/>
                  </a:lnTo>
                  <a:lnTo>
                    <a:pt x="848" y="970"/>
                  </a:lnTo>
                  <a:lnTo>
                    <a:pt x="848" y="970"/>
                  </a:lnTo>
                  <a:lnTo>
                    <a:pt x="808" y="982"/>
                  </a:lnTo>
                  <a:lnTo>
                    <a:pt x="788" y="987"/>
                  </a:lnTo>
                  <a:lnTo>
                    <a:pt x="767" y="990"/>
                  </a:lnTo>
                  <a:lnTo>
                    <a:pt x="749" y="990"/>
                  </a:lnTo>
                  <a:lnTo>
                    <a:pt x="732" y="987"/>
                  </a:lnTo>
                  <a:lnTo>
                    <a:pt x="724" y="984"/>
                  </a:lnTo>
                  <a:lnTo>
                    <a:pt x="716" y="981"/>
                  </a:lnTo>
                  <a:lnTo>
                    <a:pt x="710" y="976"/>
                  </a:lnTo>
                  <a:lnTo>
                    <a:pt x="702" y="970"/>
                  </a:lnTo>
                  <a:lnTo>
                    <a:pt x="702" y="970"/>
                  </a:lnTo>
                  <a:lnTo>
                    <a:pt x="691" y="956"/>
                  </a:lnTo>
                  <a:lnTo>
                    <a:pt x="680" y="940"/>
                  </a:lnTo>
                  <a:lnTo>
                    <a:pt x="671" y="923"/>
                  </a:lnTo>
                  <a:lnTo>
                    <a:pt x="665" y="904"/>
                  </a:lnTo>
                  <a:lnTo>
                    <a:pt x="658" y="886"/>
                  </a:lnTo>
                  <a:lnTo>
                    <a:pt x="654" y="866"/>
                  </a:lnTo>
                  <a:lnTo>
                    <a:pt x="652" y="845"/>
                  </a:lnTo>
                  <a:lnTo>
                    <a:pt x="651" y="824"/>
                  </a:lnTo>
                  <a:lnTo>
                    <a:pt x="652" y="803"/>
                  </a:lnTo>
                  <a:lnTo>
                    <a:pt x="654" y="783"/>
                  </a:lnTo>
                  <a:lnTo>
                    <a:pt x="658" y="763"/>
                  </a:lnTo>
                  <a:lnTo>
                    <a:pt x="665" y="743"/>
                  </a:lnTo>
                  <a:lnTo>
                    <a:pt x="671" y="724"/>
                  </a:lnTo>
                  <a:lnTo>
                    <a:pt x="680" y="707"/>
                  </a:lnTo>
                  <a:lnTo>
                    <a:pt x="691" y="691"/>
                  </a:lnTo>
                  <a:lnTo>
                    <a:pt x="702" y="679"/>
                  </a:lnTo>
                  <a:lnTo>
                    <a:pt x="702" y="679"/>
                  </a:lnTo>
                  <a:lnTo>
                    <a:pt x="710" y="673"/>
                  </a:lnTo>
                  <a:lnTo>
                    <a:pt x="716" y="668"/>
                  </a:lnTo>
                  <a:lnTo>
                    <a:pt x="724" y="663"/>
                  </a:lnTo>
                  <a:lnTo>
                    <a:pt x="732" y="662"/>
                  </a:lnTo>
                  <a:lnTo>
                    <a:pt x="749" y="659"/>
                  </a:lnTo>
                  <a:lnTo>
                    <a:pt x="767" y="659"/>
                  </a:lnTo>
                  <a:lnTo>
                    <a:pt x="788" y="662"/>
                  </a:lnTo>
                  <a:lnTo>
                    <a:pt x="808" y="666"/>
                  </a:lnTo>
                  <a:lnTo>
                    <a:pt x="848" y="679"/>
                  </a:lnTo>
                  <a:lnTo>
                    <a:pt x="848" y="679"/>
                  </a:lnTo>
                  <a:lnTo>
                    <a:pt x="890" y="690"/>
                  </a:lnTo>
                  <a:lnTo>
                    <a:pt x="911" y="694"/>
                  </a:lnTo>
                  <a:lnTo>
                    <a:pt x="929" y="697"/>
                  </a:lnTo>
                  <a:lnTo>
                    <a:pt x="948" y="697"/>
                  </a:lnTo>
                  <a:lnTo>
                    <a:pt x="965" y="694"/>
                  </a:lnTo>
                  <a:lnTo>
                    <a:pt x="973" y="693"/>
                  </a:lnTo>
                  <a:lnTo>
                    <a:pt x="981" y="688"/>
                  </a:lnTo>
                  <a:lnTo>
                    <a:pt x="988" y="683"/>
                  </a:lnTo>
                  <a:lnTo>
                    <a:pt x="995" y="679"/>
                  </a:lnTo>
                  <a:lnTo>
                    <a:pt x="995" y="679"/>
                  </a:lnTo>
                  <a:lnTo>
                    <a:pt x="1002" y="669"/>
                  </a:lnTo>
                  <a:lnTo>
                    <a:pt x="1007" y="662"/>
                  </a:lnTo>
                  <a:lnTo>
                    <a:pt x="1013" y="652"/>
                  </a:lnTo>
                  <a:lnTo>
                    <a:pt x="1018" y="641"/>
                  </a:lnTo>
                  <a:lnTo>
                    <a:pt x="1024" y="618"/>
                  </a:lnTo>
                  <a:lnTo>
                    <a:pt x="1027" y="593"/>
                  </a:lnTo>
                  <a:lnTo>
                    <a:pt x="1030" y="565"/>
                  </a:lnTo>
                  <a:lnTo>
                    <a:pt x="1029" y="537"/>
                  </a:lnTo>
                  <a:lnTo>
                    <a:pt x="1027" y="509"/>
                  </a:lnTo>
                  <a:lnTo>
                    <a:pt x="1024" y="481"/>
                  </a:lnTo>
                  <a:lnTo>
                    <a:pt x="1015" y="430"/>
                  </a:lnTo>
                  <a:lnTo>
                    <a:pt x="1006" y="385"/>
                  </a:lnTo>
                  <a:lnTo>
                    <a:pt x="995" y="344"/>
                  </a:lnTo>
                  <a:lnTo>
                    <a:pt x="995" y="344"/>
                  </a:lnTo>
                  <a:lnTo>
                    <a:pt x="954" y="355"/>
                  </a:lnTo>
                  <a:lnTo>
                    <a:pt x="911" y="364"/>
                  </a:lnTo>
                  <a:lnTo>
                    <a:pt x="858" y="374"/>
                  </a:lnTo>
                  <a:lnTo>
                    <a:pt x="830" y="377"/>
                  </a:lnTo>
                  <a:lnTo>
                    <a:pt x="802" y="378"/>
                  </a:lnTo>
                  <a:lnTo>
                    <a:pt x="774" y="378"/>
                  </a:lnTo>
                  <a:lnTo>
                    <a:pt x="746" y="377"/>
                  </a:lnTo>
                  <a:lnTo>
                    <a:pt x="721" y="374"/>
                  </a:lnTo>
                  <a:lnTo>
                    <a:pt x="697" y="366"/>
                  </a:lnTo>
                  <a:lnTo>
                    <a:pt x="688" y="363"/>
                  </a:lnTo>
                  <a:lnTo>
                    <a:pt x="677" y="357"/>
                  </a:lnTo>
                  <a:lnTo>
                    <a:pt x="669" y="350"/>
                  </a:lnTo>
                  <a:lnTo>
                    <a:pt x="662" y="344"/>
                  </a:lnTo>
                  <a:lnTo>
                    <a:pt x="662" y="344"/>
                  </a:lnTo>
                  <a:lnTo>
                    <a:pt x="655" y="338"/>
                  </a:lnTo>
                  <a:lnTo>
                    <a:pt x="651" y="330"/>
                  </a:lnTo>
                  <a:lnTo>
                    <a:pt x="646" y="322"/>
                  </a:lnTo>
                  <a:lnTo>
                    <a:pt x="644" y="315"/>
                  </a:lnTo>
                  <a:lnTo>
                    <a:pt x="641" y="297"/>
                  </a:lnTo>
                  <a:lnTo>
                    <a:pt x="641" y="279"/>
                  </a:lnTo>
                  <a:lnTo>
                    <a:pt x="644" y="260"/>
                  </a:lnTo>
                  <a:lnTo>
                    <a:pt x="649" y="240"/>
                  </a:lnTo>
                  <a:lnTo>
                    <a:pt x="662" y="198"/>
                  </a:lnTo>
                  <a:lnTo>
                    <a:pt x="672" y="156"/>
                  </a:lnTo>
                  <a:lnTo>
                    <a:pt x="677" y="136"/>
                  </a:lnTo>
                  <a:lnTo>
                    <a:pt x="680" y="117"/>
                  </a:lnTo>
                  <a:lnTo>
                    <a:pt x="680" y="98"/>
                  </a:lnTo>
                  <a:lnTo>
                    <a:pt x="677" y="81"/>
                  </a:lnTo>
                  <a:lnTo>
                    <a:pt x="676" y="73"/>
                  </a:lnTo>
                  <a:lnTo>
                    <a:pt x="671" y="66"/>
                  </a:lnTo>
                  <a:lnTo>
                    <a:pt x="666" y="59"/>
                  </a:lnTo>
                  <a:lnTo>
                    <a:pt x="662" y="52"/>
                  </a:lnTo>
                  <a:lnTo>
                    <a:pt x="662" y="52"/>
                  </a:lnTo>
                  <a:lnTo>
                    <a:pt x="648" y="39"/>
                  </a:lnTo>
                  <a:lnTo>
                    <a:pt x="632" y="30"/>
                  </a:lnTo>
                  <a:lnTo>
                    <a:pt x="615" y="20"/>
                  </a:lnTo>
                  <a:lnTo>
                    <a:pt x="596" y="13"/>
                  </a:lnTo>
                  <a:lnTo>
                    <a:pt x="576" y="8"/>
                  </a:lnTo>
                  <a:lnTo>
                    <a:pt x="556" y="3"/>
                  </a:lnTo>
                  <a:lnTo>
                    <a:pt x="536" y="2"/>
                  </a:lnTo>
                  <a:lnTo>
                    <a:pt x="515" y="0"/>
                  </a:lnTo>
                  <a:lnTo>
                    <a:pt x="515" y="0"/>
                  </a:lnTo>
                  <a:lnTo>
                    <a:pt x="494" y="2"/>
                  </a:lnTo>
                  <a:lnTo>
                    <a:pt x="473" y="3"/>
                  </a:lnTo>
                  <a:lnTo>
                    <a:pt x="453" y="8"/>
                  </a:lnTo>
                  <a:lnTo>
                    <a:pt x="434" y="13"/>
                  </a:lnTo>
                  <a:lnTo>
                    <a:pt x="416" y="20"/>
                  </a:lnTo>
                  <a:lnTo>
                    <a:pt x="399" y="30"/>
                  </a:lnTo>
                  <a:lnTo>
                    <a:pt x="383" y="39"/>
                  </a:lnTo>
                  <a:lnTo>
                    <a:pt x="369" y="52"/>
                  </a:lnTo>
                  <a:close/>
                </a:path>
              </a:pathLst>
            </a:custGeom>
            <a:solidFill>
              <a:srgbClr val="00837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47"/>
            <p:cNvSpPr/>
            <p:nvPr>
              <p:custDataLst>
                <p:tags r:id="rId7"/>
              </p:custDataLst>
            </p:nvPr>
          </p:nvSpPr>
          <p:spPr bwMode="auto">
            <a:xfrm flipH="1" flipV="1">
              <a:off x="623738" y="-272135"/>
              <a:ext cx="869460" cy="544270"/>
            </a:xfrm>
            <a:custGeom>
              <a:avLst/>
              <a:gdLst>
                <a:gd name="T0" fmla="*/ 953 w 1647"/>
                <a:gd name="T1" fmla="*/ 66 h 1031"/>
                <a:gd name="T2" fmla="*/ 982 w 1647"/>
                <a:gd name="T3" fmla="*/ 224 h 1031"/>
                <a:gd name="T4" fmla="*/ 981 w 1647"/>
                <a:gd name="T5" fmla="*/ 315 h 1031"/>
                <a:gd name="T6" fmla="*/ 923 w 1647"/>
                <a:gd name="T7" fmla="*/ 360 h 1031"/>
                <a:gd name="T8" fmla="*/ 803 w 1647"/>
                <a:gd name="T9" fmla="*/ 379 h 1031"/>
                <a:gd name="T10" fmla="*/ 691 w 1647"/>
                <a:gd name="T11" fmla="*/ 340 h 1031"/>
                <a:gd name="T12" fmla="*/ 660 w 1647"/>
                <a:gd name="T13" fmla="*/ 299 h 1031"/>
                <a:gd name="T14" fmla="*/ 690 w 1647"/>
                <a:gd name="T15" fmla="*/ 140 h 1031"/>
                <a:gd name="T16" fmla="*/ 688 w 1647"/>
                <a:gd name="T17" fmla="*/ 50 h 1031"/>
                <a:gd name="T18" fmla="*/ 651 w 1647"/>
                <a:gd name="T19" fmla="*/ 18 h 1031"/>
                <a:gd name="T20" fmla="*/ 509 w 1647"/>
                <a:gd name="T21" fmla="*/ 4 h 1031"/>
                <a:gd name="T22" fmla="*/ 355 w 1647"/>
                <a:gd name="T23" fmla="*/ 77 h 1031"/>
                <a:gd name="T24" fmla="*/ 377 w 1647"/>
                <a:gd name="T25" fmla="*/ 285 h 1031"/>
                <a:gd name="T26" fmla="*/ 344 w 1647"/>
                <a:gd name="T27" fmla="*/ 371 h 1031"/>
                <a:gd name="T28" fmla="*/ 298 w 1647"/>
                <a:gd name="T29" fmla="*/ 389 h 1031"/>
                <a:gd name="T30" fmla="*/ 156 w 1647"/>
                <a:gd name="T31" fmla="*/ 358 h 1031"/>
                <a:gd name="T32" fmla="*/ 66 w 1647"/>
                <a:gd name="T33" fmla="*/ 360 h 1031"/>
                <a:gd name="T34" fmla="*/ 21 w 1647"/>
                <a:gd name="T35" fmla="*/ 416 h 1031"/>
                <a:gd name="T36" fmla="*/ 0 w 1647"/>
                <a:gd name="T37" fmla="*/ 537 h 1031"/>
                <a:gd name="T38" fmla="*/ 39 w 1647"/>
                <a:gd name="T39" fmla="*/ 648 h 1031"/>
                <a:gd name="T40" fmla="*/ 81 w 1647"/>
                <a:gd name="T41" fmla="*/ 679 h 1031"/>
                <a:gd name="T42" fmla="*/ 198 w 1647"/>
                <a:gd name="T43" fmla="*/ 662 h 1031"/>
                <a:gd name="T44" fmla="*/ 323 w 1647"/>
                <a:gd name="T45" fmla="*/ 648 h 1031"/>
                <a:gd name="T46" fmla="*/ 357 w 1647"/>
                <a:gd name="T47" fmla="*/ 679 h 1031"/>
                <a:gd name="T48" fmla="*/ 379 w 1647"/>
                <a:gd name="T49" fmla="*/ 802 h 1031"/>
                <a:gd name="T50" fmla="*/ 344 w 1647"/>
                <a:gd name="T51" fmla="*/ 996 h 1031"/>
                <a:gd name="T52" fmla="*/ 565 w 1647"/>
                <a:gd name="T53" fmla="*/ 1031 h 1031"/>
                <a:gd name="T54" fmla="*/ 670 w 1647"/>
                <a:gd name="T55" fmla="*/ 1003 h 1031"/>
                <a:gd name="T56" fmla="*/ 695 w 1647"/>
                <a:gd name="T57" fmla="*/ 967 h 1031"/>
                <a:gd name="T58" fmla="*/ 665 w 1647"/>
                <a:gd name="T59" fmla="*/ 808 h 1031"/>
                <a:gd name="T60" fmla="*/ 667 w 1647"/>
                <a:gd name="T61" fmla="*/ 718 h 1031"/>
                <a:gd name="T62" fmla="*/ 724 w 1647"/>
                <a:gd name="T63" fmla="*/ 673 h 1031"/>
                <a:gd name="T64" fmla="*/ 845 w 1647"/>
                <a:gd name="T65" fmla="*/ 652 h 1031"/>
                <a:gd name="T66" fmla="*/ 956 w 1647"/>
                <a:gd name="T67" fmla="*/ 691 h 1031"/>
                <a:gd name="T68" fmla="*/ 987 w 1647"/>
                <a:gd name="T69" fmla="*/ 733 h 1031"/>
                <a:gd name="T70" fmla="*/ 958 w 1647"/>
                <a:gd name="T71" fmla="*/ 892 h 1031"/>
                <a:gd name="T72" fmla="*/ 959 w 1647"/>
                <a:gd name="T73" fmla="*/ 982 h 1031"/>
                <a:gd name="T74" fmla="*/ 996 w 1647"/>
                <a:gd name="T75" fmla="*/ 1014 h 1031"/>
                <a:gd name="T76" fmla="*/ 1138 w 1647"/>
                <a:gd name="T77" fmla="*/ 1029 h 1031"/>
                <a:gd name="T78" fmla="*/ 1292 w 1647"/>
                <a:gd name="T79" fmla="*/ 954 h 1031"/>
                <a:gd name="T80" fmla="*/ 1270 w 1647"/>
                <a:gd name="T81" fmla="*/ 747 h 1031"/>
                <a:gd name="T82" fmla="*/ 1305 w 1647"/>
                <a:gd name="T83" fmla="*/ 662 h 1031"/>
                <a:gd name="T84" fmla="*/ 1351 w 1647"/>
                <a:gd name="T85" fmla="*/ 643 h 1031"/>
                <a:gd name="T86" fmla="*/ 1491 w 1647"/>
                <a:gd name="T87" fmla="*/ 674 h 1031"/>
                <a:gd name="T88" fmla="*/ 1582 w 1647"/>
                <a:gd name="T89" fmla="*/ 673 h 1031"/>
                <a:gd name="T90" fmla="*/ 1628 w 1647"/>
                <a:gd name="T91" fmla="*/ 615 h 1031"/>
                <a:gd name="T92" fmla="*/ 1647 w 1647"/>
                <a:gd name="T93" fmla="*/ 495 h 1031"/>
                <a:gd name="T94" fmla="*/ 1608 w 1647"/>
                <a:gd name="T95" fmla="*/ 383 h 1031"/>
                <a:gd name="T96" fmla="*/ 1566 w 1647"/>
                <a:gd name="T97" fmla="*/ 354 h 1031"/>
                <a:gd name="T98" fmla="*/ 1449 w 1647"/>
                <a:gd name="T99" fmla="*/ 371 h 1031"/>
                <a:gd name="T100" fmla="*/ 1325 w 1647"/>
                <a:gd name="T101" fmla="*/ 385 h 1031"/>
                <a:gd name="T102" fmla="*/ 1291 w 1647"/>
                <a:gd name="T103" fmla="*/ 354 h 1031"/>
                <a:gd name="T104" fmla="*/ 1269 w 1647"/>
                <a:gd name="T105" fmla="*/ 229 h 1031"/>
                <a:gd name="T106" fmla="*/ 1305 w 1647"/>
                <a:gd name="T107" fmla="*/ 36 h 1031"/>
                <a:gd name="T108" fmla="*/ 1091 w 1647"/>
                <a:gd name="T109" fmla="*/ 0 h 1031"/>
                <a:gd name="T110" fmla="*/ 1007 w 1647"/>
                <a:gd name="T111" fmla="*/ 13 h 1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647" h="1031">
                  <a:moveTo>
                    <a:pt x="970" y="36"/>
                  </a:moveTo>
                  <a:lnTo>
                    <a:pt x="970" y="36"/>
                  </a:lnTo>
                  <a:lnTo>
                    <a:pt x="964" y="42"/>
                  </a:lnTo>
                  <a:lnTo>
                    <a:pt x="959" y="50"/>
                  </a:lnTo>
                  <a:lnTo>
                    <a:pt x="956" y="58"/>
                  </a:lnTo>
                  <a:lnTo>
                    <a:pt x="953" y="66"/>
                  </a:lnTo>
                  <a:lnTo>
                    <a:pt x="950" y="83"/>
                  </a:lnTo>
                  <a:lnTo>
                    <a:pt x="951" y="102"/>
                  </a:lnTo>
                  <a:lnTo>
                    <a:pt x="953" y="120"/>
                  </a:lnTo>
                  <a:lnTo>
                    <a:pt x="958" y="140"/>
                  </a:lnTo>
                  <a:lnTo>
                    <a:pt x="970" y="182"/>
                  </a:lnTo>
                  <a:lnTo>
                    <a:pt x="982" y="224"/>
                  </a:lnTo>
                  <a:lnTo>
                    <a:pt x="987" y="243"/>
                  </a:lnTo>
                  <a:lnTo>
                    <a:pt x="989" y="263"/>
                  </a:lnTo>
                  <a:lnTo>
                    <a:pt x="990" y="282"/>
                  </a:lnTo>
                  <a:lnTo>
                    <a:pt x="987" y="299"/>
                  </a:lnTo>
                  <a:lnTo>
                    <a:pt x="984" y="307"/>
                  </a:lnTo>
                  <a:lnTo>
                    <a:pt x="981" y="315"/>
                  </a:lnTo>
                  <a:lnTo>
                    <a:pt x="976" y="321"/>
                  </a:lnTo>
                  <a:lnTo>
                    <a:pt x="970" y="329"/>
                  </a:lnTo>
                  <a:lnTo>
                    <a:pt x="970" y="329"/>
                  </a:lnTo>
                  <a:lnTo>
                    <a:pt x="956" y="340"/>
                  </a:lnTo>
                  <a:lnTo>
                    <a:pt x="940" y="351"/>
                  </a:lnTo>
                  <a:lnTo>
                    <a:pt x="923" y="360"/>
                  </a:lnTo>
                  <a:lnTo>
                    <a:pt x="905" y="368"/>
                  </a:lnTo>
                  <a:lnTo>
                    <a:pt x="886" y="372"/>
                  </a:lnTo>
                  <a:lnTo>
                    <a:pt x="866" y="377"/>
                  </a:lnTo>
                  <a:lnTo>
                    <a:pt x="845" y="379"/>
                  </a:lnTo>
                  <a:lnTo>
                    <a:pt x="824" y="380"/>
                  </a:lnTo>
                  <a:lnTo>
                    <a:pt x="803" y="379"/>
                  </a:lnTo>
                  <a:lnTo>
                    <a:pt x="782" y="377"/>
                  </a:lnTo>
                  <a:lnTo>
                    <a:pt x="763" y="372"/>
                  </a:lnTo>
                  <a:lnTo>
                    <a:pt x="743" y="368"/>
                  </a:lnTo>
                  <a:lnTo>
                    <a:pt x="724" y="360"/>
                  </a:lnTo>
                  <a:lnTo>
                    <a:pt x="707" y="351"/>
                  </a:lnTo>
                  <a:lnTo>
                    <a:pt x="691" y="340"/>
                  </a:lnTo>
                  <a:lnTo>
                    <a:pt x="677" y="329"/>
                  </a:lnTo>
                  <a:lnTo>
                    <a:pt x="677" y="329"/>
                  </a:lnTo>
                  <a:lnTo>
                    <a:pt x="673" y="321"/>
                  </a:lnTo>
                  <a:lnTo>
                    <a:pt x="667" y="315"/>
                  </a:lnTo>
                  <a:lnTo>
                    <a:pt x="663" y="307"/>
                  </a:lnTo>
                  <a:lnTo>
                    <a:pt x="660" y="299"/>
                  </a:lnTo>
                  <a:lnTo>
                    <a:pt x="659" y="282"/>
                  </a:lnTo>
                  <a:lnTo>
                    <a:pt x="659" y="263"/>
                  </a:lnTo>
                  <a:lnTo>
                    <a:pt x="662" y="243"/>
                  </a:lnTo>
                  <a:lnTo>
                    <a:pt x="665" y="224"/>
                  </a:lnTo>
                  <a:lnTo>
                    <a:pt x="677" y="182"/>
                  </a:lnTo>
                  <a:lnTo>
                    <a:pt x="690" y="140"/>
                  </a:lnTo>
                  <a:lnTo>
                    <a:pt x="695" y="120"/>
                  </a:lnTo>
                  <a:lnTo>
                    <a:pt x="698" y="102"/>
                  </a:lnTo>
                  <a:lnTo>
                    <a:pt x="698" y="83"/>
                  </a:lnTo>
                  <a:lnTo>
                    <a:pt x="695" y="66"/>
                  </a:lnTo>
                  <a:lnTo>
                    <a:pt x="691" y="58"/>
                  </a:lnTo>
                  <a:lnTo>
                    <a:pt x="688" y="50"/>
                  </a:lnTo>
                  <a:lnTo>
                    <a:pt x="684" y="42"/>
                  </a:lnTo>
                  <a:lnTo>
                    <a:pt x="677" y="36"/>
                  </a:lnTo>
                  <a:lnTo>
                    <a:pt x="677" y="36"/>
                  </a:lnTo>
                  <a:lnTo>
                    <a:pt x="670" y="30"/>
                  </a:lnTo>
                  <a:lnTo>
                    <a:pt x="662" y="24"/>
                  </a:lnTo>
                  <a:lnTo>
                    <a:pt x="651" y="18"/>
                  </a:lnTo>
                  <a:lnTo>
                    <a:pt x="642" y="13"/>
                  </a:lnTo>
                  <a:lnTo>
                    <a:pt x="618" y="7"/>
                  </a:lnTo>
                  <a:lnTo>
                    <a:pt x="592" y="4"/>
                  </a:lnTo>
                  <a:lnTo>
                    <a:pt x="565" y="2"/>
                  </a:lnTo>
                  <a:lnTo>
                    <a:pt x="537" y="2"/>
                  </a:lnTo>
                  <a:lnTo>
                    <a:pt x="509" y="4"/>
                  </a:lnTo>
                  <a:lnTo>
                    <a:pt x="481" y="7"/>
                  </a:lnTo>
                  <a:lnTo>
                    <a:pt x="428" y="16"/>
                  </a:lnTo>
                  <a:lnTo>
                    <a:pt x="385" y="25"/>
                  </a:lnTo>
                  <a:lnTo>
                    <a:pt x="344" y="36"/>
                  </a:lnTo>
                  <a:lnTo>
                    <a:pt x="344" y="36"/>
                  </a:lnTo>
                  <a:lnTo>
                    <a:pt x="355" y="77"/>
                  </a:lnTo>
                  <a:lnTo>
                    <a:pt x="365" y="122"/>
                  </a:lnTo>
                  <a:lnTo>
                    <a:pt x="374" y="173"/>
                  </a:lnTo>
                  <a:lnTo>
                    <a:pt x="377" y="201"/>
                  </a:lnTo>
                  <a:lnTo>
                    <a:pt x="379" y="229"/>
                  </a:lnTo>
                  <a:lnTo>
                    <a:pt x="379" y="257"/>
                  </a:lnTo>
                  <a:lnTo>
                    <a:pt x="377" y="285"/>
                  </a:lnTo>
                  <a:lnTo>
                    <a:pt x="372" y="310"/>
                  </a:lnTo>
                  <a:lnTo>
                    <a:pt x="366" y="333"/>
                  </a:lnTo>
                  <a:lnTo>
                    <a:pt x="362" y="344"/>
                  </a:lnTo>
                  <a:lnTo>
                    <a:pt x="357" y="354"/>
                  </a:lnTo>
                  <a:lnTo>
                    <a:pt x="351" y="361"/>
                  </a:lnTo>
                  <a:lnTo>
                    <a:pt x="344" y="371"/>
                  </a:lnTo>
                  <a:lnTo>
                    <a:pt x="344" y="371"/>
                  </a:lnTo>
                  <a:lnTo>
                    <a:pt x="337" y="375"/>
                  </a:lnTo>
                  <a:lnTo>
                    <a:pt x="330" y="380"/>
                  </a:lnTo>
                  <a:lnTo>
                    <a:pt x="323" y="385"/>
                  </a:lnTo>
                  <a:lnTo>
                    <a:pt x="315" y="386"/>
                  </a:lnTo>
                  <a:lnTo>
                    <a:pt x="298" y="389"/>
                  </a:lnTo>
                  <a:lnTo>
                    <a:pt x="279" y="389"/>
                  </a:lnTo>
                  <a:lnTo>
                    <a:pt x="259" y="386"/>
                  </a:lnTo>
                  <a:lnTo>
                    <a:pt x="240" y="382"/>
                  </a:lnTo>
                  <a:lnTo>
                    <a:pt x="198" y="371"/>
                  </a:lnTo>
                  <a:lnTo>
                    <a:pt x="198" y="371"/>
                  </a:lnTo>
                  <a:lnTo>
                    <a:pt x="156" y="358"/>
                  </a:lnTo>
                  <a:lnTo>
                    <a:pt x="136" y="354"/>
                  </a:lnTo>
                  <a:lnTo>
                    <a:pt x="117" y="351"/>
                  </a:lnTo>
                  <a:lnTo>
                    <a:pt x="99" y="351"/>
                  </a:lnTo>
                  <a:lnTo>
                    <a:pt x="81" y="354"/>
                  </a:lnTo>
                  <a:lnTo>
                    <a:pt x="74" y="355"/>
                  </a:lnTo>
                  <a:lnTo>
                    <a:pt x="66" y="360"/>
                  </a:lnTo>
                  <a:lnTo>
                    <a:pt x="58" y="365"/>
                  </a:lnTo>
                  <a:lnTo>
                    <a:pt x="52" y="371"/>
                  </a:lnTo>
                  <a:lnTo>
                    <a:pt x="52" y="371"/>
                  </a:lnTo>
                  <a:lnTo>
                    <a:pt x="39" y="383"/>
                  </a:lnTo>
                  <a:lnTo>
                    <a:pt x="28" y="399"/>
                  </a:lnTo>
                  <a:lnTo>
                    <a:pt x="21" y="416"/>
                  </a:lnTo>
                  <a:lnTo>
                    <a:pt x="13" y="435"/>
                  </a:lnTo>
                  <a:lnTo>
                    <a:pt x="7" y="455"/>
                  </a:lnTo>
                  <a:lnTo>
                    <a:pt x="4" y="475"/>
                  </a:lnTo>
                  <a:lnTo>
                    <a:pt x="0" y="495"/>
                  </a:lnTo>
                  <a:lnTo>
                    <a:pt x="0" y="516"/>
                  </a:lnTo>
                  <a:lnTo>
                    <a:pt x="0" y="537"/>
                  </a:lnTo>
                  <a:lnTo>
                    <a:pt x="4" y="558"/>
                  </a:lnTo>
                  <a:lnTo>
                    <a:pt x="7" y="578"/>
                  </a:lnTo>
                  <a:lnTo>
                    <a:pt x="13" y="596"/>
                  </a:lnTo>
                  <a:lnTo>
                    <a:pt x="21" y="615"/>
                  </a:lnTo>
                  <a:lnTo>
                    <a:pt x="28" y="632"/>
                  </a:lnTo>
                  <a:lnTo>
                    <a:pt x="39" y="648"/>
                  </a:lnTo>
                  <a:lnTo>
                    <a:pt x="52" y="662"/>
                  </a:lnTo>
                  <a:lnTo>
                    <a:pt x="52" y="662"/>
                  </a:lnTo>
                  <a:lnTo>
                    <a:pt x="58" y="668"/>
                  </a:lnTo>
                  <a:lnTo>
                    <a:pt x="66" y="673"/>
                  </a:lnTo>
                  <a:lnTo>
                    <a:pt x="74" y="676"/>
                  </a:lnTo>
                  <a:lnTo>
                    <a:pt x="81" y="679"/>
                  </a:lnTo>
                  <a:lnTo>
                    <a:pt x="99" y="682"/>
                  </a:lnTo>
                  <a:lnTo>
                    <a:pt x="117" y="682"/>
                  </a:lnTo>
                  <a:lnTo>
                    <a:pt x="136" y="679"/>
                  </a:lnTo>
                  <a:lnTo>
                    <a:pt x="156" y="674"/>
                  </a:lnTo>
                  <a:lnTo>
                    <a:pt x="198" y="662"/>
                  </a:lnTo>
                  <a:lnTo>
                    <a:pt x="198" y="662"/>
                  </a:lnTo>
                  <a:lnTo>
                    <a:pt x="240" y="649"/>
                  </a:lnTo>
                  <a:lnTo>
                    <a:pt x="259" y="646"/>
                  </a:lnTo>
                  <a:lnTo>
                    <a:pt x="279" y="643"/>
                  </a:lnTo>
                  <a:lnTo>
                    <a:pt x="298" y="643"/>
                  </a:lnTo>
                  <a:lnTo>
                    <a:pt x="315" y="645"/>
                  </a:lnTo>
                  <a:lnTo>
                    <a:pt x="323" y="648"/>
                  </a:lnTo>
                  <a:lnTo>
                    <a:pt x="330" y="651"/>
                  </a:lnTo>
                  <a:lnTo>
                    <a:pt x="337" y="656"/>
                  </a:lnTo>
                  <a:lnTo>
                    <a:pt x="344" y="662"/>
                  </a:lnTo>
                  <a:lnTo>
                    <a:pt x="344" y="662"/>
                  </a:lnTo>
                  <a:lnTo>
                    <a:pt x="351" y="670"/>
                  </a:lnTo>
                  <a:lnTo>
                    <a:pt x="357" y="679"/>
                  </a:lnTo>
                  <a:lnTo>
                    <a:pt x="362" y="688"/>
                  </a:lnTo>
                  <a:lnTo>
                    <a:pt x="366" y="699"/>
                  </a:lnTo>
                  <a:lnTo>
                    <a:pt x="372" y="723"/>
                  </a:lnTo>
                  <a:lnTo>
                    <a:pt x="377" y="747"/>
                  </a:lnTo>
                  <a:lnTo>
                    <a:pt x="379" y="774"/>
                  </a:lnTo>
                  <a:lnTo>
                    <a:pt x="379" y="802"/>
                  </a:lnTo>
                  <a:lnTo>
                    <a:pt x="377" y="831"/>
                  </a:lnTo>
                  <a:lnTo>
                    <a:pt x="374" y="858"/>
                  </a:lnTo>
                  <a:lnTo>
                    <a:pt x="365" y="911"/>
                  </a:lnTo>
                  <a:lnTo>
                    <a:pt x="355" y="954"/>
                  </a:lnTo>
                  <a:lnTo>
                    <a:pt x="344" y="996"/>
                  </a:lnTo>
                  <a:lnTo>
                    <a:pt x="344" y="996"/>
                  </a:lnTo>
                  <a:lnTo>
                    <a:pt x="385" y="1007"/>
                  </a:lnTo>
                  <a:lnTo>
                    <a:pt x="428" y="1017"/>
                  </a:lnTo>
                  <a:lnTo>
                    <a:pt x="481" y="1026"/>
                  </a:lnTo>
                  <a:lnTo>
                    <a:pt x="509" y="1029"/>
                  </a:lnTo>
                  <a:lnTo>
                    <a:pt x="537" y="1031"/>
                  </a:lnTo>
                  <a:lnTo>
                    <a:pt x="565" y="1031"/>
                  </a:lnTo>
                  <a:lnTo>
                    <a:pt x="592" y="1029"/>
                  </a:lnTo>
                  <a:lnTo>
                    <a:pt x="618" y="1026"/>
                  </a:lnTo>
                  <a:lnTo>
                    <a:pt x="642" y="1018"/>
                  </a:lnTo>
                  <a:lnTo>
                    <a:pt x="651" y="1014"/>
                  </a:lnTo>
                  <a:lnTo>
                    <a:pt x="662" y="1009"/>
                  </a:lnTo>
                  <a:lnTo>
                    <a:pt x="670" y="1003"/>
                  </a:lnTo>
                  <a:lnTo>
                    <a:pt x="677" y="996"/>
                  </a:lnTo>
                  <a:lnTo>
                    <a:pt x="677" y="996"/>
                  </a:lnTo>
                  <a:lnTo>
                    <a:pt x="684" y="990"/>
                  </a:lnTo>
                  <a:lnTo>
                    <a:pt x="688" y="982"/>
                  </a:lnTo>
                  <a:lnTo>
                    <a:pt x="691" y="975"/>
                  </a:lnTo>
                  <a:lnTo>
                    <a:pt x="695" y="967"/>
                  </a:lnTo>
                  <a:lnTo>
                    <a:pt x="698" y="950"/>
                  </a:lnTo>
                  <a:lnTo>
                    <a:pt x="698" y="931"/>
                  </a:lnTo>
                  <a:lnTo>
                    <a:pt x="695" y="912"/>
                  </a:lnTo>
                  <a:lnTo>
                    <a:pt x="690" y="892"/>
                  </a:lnTo>
                  <a:lnTo>
                    <a:pt x="677" y="850"/>
                  </a:lnTo>
                  <a:lnTo>
                    <a:pt x="665" y="808"/>
                  </a:lnTo>
                  <a:lnTo>
                    <a:pt x="662" y="788"/>
                  </a:lnTo>
                  <a:lnTo>
                    <a:pt x="659" y="769"/>
                  </a:lnTo>
                  <a:lnTo>
                    <a:pt x="659" y="751"/>
                  </a:lnTo>
                  <a:lnTo>
                    <a:pt x="660" y="733"/>
                  </a:lnTo>
                  <a:lnTo>
                    <a:pt x="663" y="726"/>
                  </a:lnTo>
                  <a:lnTo>
                    <a:pt x="667" y="718"/>
                  </a:lnTo>
                  <a:lnTo>
                    <a:pt x="673" y="710"/>
                  </a:lnTo>
                  <a:lnTo>
                    <a:pt x="677" y="704"/>
                  </a:lnTo>
                  <a:lnTo>
                    <a:pt x="677" y="704"/>
                  </a:lnTo>
                  <a:lnTo>
                    <a:pt x="691" y="691"/>
                  </a:lnTo>
                  <a:lnTo>
                    <a:pt x="707" y="682"/>
                  </a:lnTo>
                  <a:lnTo>
                    <a:pt x="724" y="673"/>
                  </a:lnTo>
                  <a:lnTo>
                    <a:pt x="743" y="665"/>
                  </a:lnTo>
                  <a:lnTo>
                    <a:pt x="763" y="660"/>
                  </a:lnTo>
                  <a:lnTo>
                    <a:pt x="782" y="656"/>
                  </a:lnTo>
                  <a:lnTo>
                    <a:pt x="803" y="652"/>
                  </a:lnTo>
                  <a:lnTo>
                    <a:pt x="824" y="652"/>
                  </a:lnTo>
                  <a:lnTo>
                    <a:pt x="845" y="652"/>
                  </a:lnTo>
                  <a:lnTo>
                    <a:pt x="866" y="656"/>
                  </a:lnTo>
                  <a:lnTo>
                    <a:pt x="886" y="660"/>
                  </a:lnTo>
                  <a:lnTo>
                    <a:pt x="905" y="665"/>
                  </a:lnTo>
                  <a:lnTo>
                    <a:pt x="923" y="673"/>
                  </a:lnTo>
                  <a:lnTo>
                    <a:pt x="940" y="682"/>
                  </a:lnTo>
                  <a:lnTo>
                    <a:pt x="956" y="691"/>
                  </a:lnTo>
                  <a:lnTo>
                    <a:pt x="970" y="704"/>
                  </a:lnTo>
                  <a:lnTo>
                    <a:pt x="970" y="704"/>
                  </a:lnTo>
                  <a:lnTo>
                    <a:pt x="976" y="710"/>
                  </a:lnTo>
                  <a:lnTo>
                    <a:pt x="981" y="718"/>
                  </a:lnTo>
                  <a:lnTo>
                    <a:pt x="984" y="726"/>
                  </a:lnTo>
                  <a:lnTo>
                    <a:pt x="987" y="733"/>
                  </a:lnTo>
                  <a:lnTo>
                    <a:pt x="990" y="751"/>
                  </a:lnTo>
                  <a:lnTo>
                    <a:pt x="989" y="769"/>
                  </a:lnTo>
                  <a:lnTo>
                    <a:pt x="987" y="788"/>
                  </a:lnTo>
                  <a:lnTo>
                    <a:pt x="982" y="808"/>
                  </a:lnTo>
                  <a:lnTo>
                    <a:pt x="970" y="850"/>
                  </a:lnTo>
                  <a:lnTo>
                    <a:pt x="958" y="892"/>
                  </a:lnTo>
                  <a:lnTo>
                    <a:pt x="953" y="912"/>
                  </a:lnTo>
                  <a:lnTo>
                    <a:pt x="951" y="931"/>
                  </a:lnTo>
                  <a:lnTo>
                    <a:pt x="950" y="950"/>
                  </a:lnTo>
                  <a:lnTo>
                    <a:pt x="953" y="967"/>
                  </a:lnTo>
                  <a:lnTo>
                    <a:pt x="956" y="975"/>
                  </a:lnTo>
                  <a:lnTo>
                    <a:pt x="959" y="982"/>
                  </a:lnTo>
                  <a:lnTo>
                    <a:pt x="964" y="990"/>
                  </a:lnTo>
                  <a:lnTo>
                    <a:pt x="970" y="996"/>
                  </a:lnTo>
                  <a:lnTo>
                    <a:pt x="970" y="996"/>
                  </a:lnTo>
                  <a:lnTo>
                    <a:pt x="978" y="1003"/>
                  </a:lnTo>
                  <a:lnTo>
                    <a:pt x="987" y="1009"/>
                  </a:lnTo>
                  <a:lnTo>
                    <a:pt x="996" y="1014"/>
                  </a:lnTo>
                  <a:lnTo>
                    <a:pt x="1007" y="1018"/>
                  </a:lnTo>
                  <a:lnTo>
                    <a:pt x="1031" y="1026"/>
                  </a:lnTo>
                  <a:lnTo>
                    <a:pt x="1056" y="1029"/>
                  </a:lnTo>
                  <a:lnTo>
                    <a:pt x="1082" y="1031"/>
                  </a:lnTo>
                  <a:lnTo>
                    <a:pt x="1110" y="1031"/>
                  </a:lnTo>
                  <a:lnTo>
                    <a:pt x="1138" y="1029"/>
                  </a:lnTo>
                  <a:lnTo>
                    <a:pt x="1166" y="1026"/>
                  </a:lnTo>
                  <a:lnTo>
                    <a:pt x="1219" y="1017"/>
                  </a:lnTo>
                  <a:lnTo>
                    <a:pt x="1263" y="1007"/>
                  </a:lnTo>
                  <a:lnTo>
                    <a:pt x="1305" y="996"/>
                  </a:lnTo>
                  <a:lnTo>
                    <a:pt x="1305" y="996"/>
                  </a:lnTo>
                  <a:lnTo>
                    <a:pt x="1292" y="954"/>
                  </a:lnTo>
                  <a:lnTo>
                    <a:pt x="1283" y="911"/>
                  </a:lnTo>
                  <a:lnTo>
                    <a:pt x="1275" y="858"/>
                  </a:lnTo>
                  <a:lnTo>
                    <a:pt x="1272" y="831"/>
                  </a:lnTo>
                  <a:lnTo>
                    <a:pt x="1269" y="802"/>
                  </a:lnTo>
                  <a:lnTo>
                    <a:pt x="1269" y="774"/>
                  </a:lnTo>
                  <a:lnTo>
                    <a:pt x="1270" y="747"/>
                  </a:lnTo>
                  <a:lnTo>
                    <a:pt x="1275" y="723"/>
                  </a:lnTo>
                  <a:lnTo>
                    <a:pt x="1281" y="699"/>
                  </a:lnTo>
                  <a:lnTo>
                    <a:pt x="1286" y="688"/>
                  </a:lnTo>
                  <a:lnTo>
                    <a:pt x="1291" y="679"/>
                  </a:lnTo>
                  <a:lnTo>
                    <a:pt x="1297" y="670"/>
                  </a:lnTo>
                  <a:lnTo>
                    <a:pt x="1305" y="662"/>
                  </a:lnTo>
                  <a:lnTo>
                    <a:pt x="1305" y="662"/>
                  </a:lnTo>
                  <a:lnTo>
                    <a:pt x="1311" y="656"/>
                  </a:lnTo>
                  <a:lnTo>
                    <a:pt x="1317" y="651"/>
                  </a:lnTo>
                  <a:lnTo>
                    <a:pt x="1325" y="648"/>
                  </a:lnTo>
                  <a:lnTo>
                    <a:pt x="1334" y="645"/>
                  </a:lnTo>
                  <a:lnTo>
                    <a:pt x="1351" y="643"/>
                  </a:lnTo>
                  <a:lnTo>
                    <a:pt x="1368" y="643"/>
                  </a:lnTo>
                  <a:lnTo>
                    <a:pt x="1389" y="646"/>
                  </a:lnTo>
                  <a:lnTo>
                    <a:pt x="1409" y="649"/>
                  </a:lnTo>
                  <a:lnTo>
                    <a:pt x="1449" y="662"/>
                  </a:lnTo>
                  <a:lnTo>
                    <a:pt x="1449" y="662"/>
                  </a:lnTo>
                  <a:lnTo>
                    <a:pt x="1491" y="674"/>
                  </a:lnTo>
                  <a:lnTo>
                    <a:pt x="1512" y="679"/>
                  </a:lnTo>
                  <a:lnTo>
                    <a:pt x="1532" y="682"/>
                  </a:lnTo>
                  <a:lnTo>
                    <a:pt x="1549" y="682"/>
                  </a:lnTo>
                  <a:lnTo>
                    <a:pt x="1566" y="679"/>
                  </a:lnTo>
                  <a:lnTo>
                    <a:pt x="1575" y="676"/>
                  </a:lnTo>
                  <a:lnTo>
                    <a:pt x="1582" y="673"/>
                  </a:lnTo>
                  <a:lnTo>
                    <a:pt x="1589" y="668"/>
                  </a:lnTo>
                  <a:lnTo>
                    <a:pt x="1596" y="662"/>
                  </a:lnTo>
                  <a:lnTo>
                    <a:pt x="1596" y="662"/>
                  </a:lnTo>
                  <a:lnTo>
                    <a:pt x="1608" y="648"/>
                  </a:lnTo>
                  <a:lnTo>
                    <a:pt x="1619" y="632"/>
                  </a:lnTo>
                  <a:lnTo>
                    <a:pt x="1628" y="615"/>
                  </a:lnTo>
                  <a:lnTo>
                    <a:pt x="1635" y="596"/>
                  </a:lnTo>
                  <a:lnTo>
                    <a:pt x="1641" y="578"/>
                  </a:lnTo>
                  <a:lnTo>
                    <a:pt x="1644" y="558"/>
                  </a:lnTo>
                  <a:lnTo>
                    <a:pt x="1647" y="537"/>
                  </a:lnTo>
                  <a:lnTo>
                    <a:pt x="1647" y="516"/>
                  </a:lnTo>
                  <a:lnTo>
                    <a:pt x="1647" y="495"/>
                  </a:lnTo>
                  <a:lnTo>
                    <a:pt x="1644" y="475"/>
                  </a:lnTo>
                  <a:lnTo>
                    <a:pt x="1641" y="455"/>
                  </a:lnTo>
                  <a:lnTo>
                    <a:pt x="1635" y="435"/>
                  </a:lnTo>
                  <a:lnTo>
                    <a:pt x="1628" y="416"/>
                  </a:lnTo>
                  <a:lnTo>
                    <a:pt x="1619" y="399"/>
                  </a:lnTo>
                  <a:lnTo>
                    <a:pt x="1608" y="383"/>
                  </a:lnTo>
                  <a:lnTo>
                    <a:pt x="1596" y="371"/>
                  </a:lnTo>
                  <a:lnTo>
                    <a:pt x="1596" y="371"/>
                  </a:lnTo>
                  <a:lnTo>
                    <a:pt x="1589" y="365"/>
                  </a:lnTo>
                  <a:lnTo>
                    <a:pt x="1582" y="360"/>
                  </a:lnTo>
                  <a:lnTo>
                    <a:pt x="1575" y="355"/>
                  </a:lnTo>
                  <a:lnTo>
                    <a:pt x="1566" y="354"/>
                  </a:lnTo>
                  <a:lnTo>
                    <a:pt x="1549" y="351"/>
                  </a:lnTo>
                  <a:lnTo>
                    <a:pt x="1532" y="351"/>
                  </a:lnTo>
                  <a:lnTo>
                    <a:pt x="1512" y="354"/>
                  </a:lnTo>
                  <a:lnTo>
                    <a:pt x="1491" y="358"/>
                  </a:lnTo>
                  <a:lnTo>
                    <a:pt x="1449" y="371"/>
                  </a:lnTo>
                  <a:lnTo>
                    <a:pt x="1449" y="371"/>
                  </a:lnTo>
                  <a:lnTo>
                    <a:pt x="1409" y="382"/>
                  </a:lnTo>
                  <a:lnTo>
                    <a:pt x="1389" y="386"/>
                  </a:lnTo>
                  <a:lnTo>
                    <a:pt x="1368" y="389"/>
                  </a:lnTo>
                  <a:lnTo>
                    <a:pt x="1351" y="389"/>
                  </a:lnTo>
                  <a:lnTo>
                    <a:pt x="1334" y="386"/>
                  </a:lnTo>
                  <a:lnTo>
                    <a:pt x="1325" y="385"/>
                  </a:lnTo>
                  <a:lnTo>
                    <a:pt x="1317" y="380"/>
                  </a:lnTo>
                  <a:lnTo>
                    <a:pt x="1311" y="375"/>
                  </a:lnTo>
                  <a:lnTo>
                    <a:pt x="1305" y="371"/>
                  </a:lnTo>
                  <a:lnTo>
                    <a:pt x="1305" y="371"/>
                  </a:lnTo>
                  <a:lnTo>
                    <a:pt x="1297" y="361"/>
                  </a:lnTo>
                  <a:lnTo>
                    <a:pt x="1291" y="354"/>
                  </a:lnTo>
                  <a:lnTo>
                    <a:pt x="1286" y="344"/>
                  </a:lnTo>
                  <a:lnTo>
                    <a:pt x="1281" y="333"/>
                  </a:lnTo>
                  <a:lnTo>
                    <a:pt x="1275" y="310"/>
                  </a:lnTo>
                  <a:lnTo>
                    <a:pt x="1270" y="285"/>
                  </a:lnTo>
                  <a:lnTo>
                    <a:pt x="1269" y="257"/>
                  </a:lnTo>
                  <a:lnTo>
                    <a:pt x="1269" y="229"/>
                  </a:lnTo>
                  <a:lnTo>
                    <a:pt x="1272" y="201"/>
                  </a:lnTo>
                  <a:lnTo>
                    <a:pt x="1275" y="173"/>
                  </a:lnTo>
                  <a:lnTo>
                    <a:pt x="1283" y="122"/>
                  </a:lnTo>
                  <a:lnTo>
                    <a:pt x="1292" y="77"/>
                  </a:lnTo>
                  <a:lnTo>
                    <a:pt x="1305" y="36"/>
                  </a:lnTo>
                  <a:lnTo>
                    <a:pt x="1305" y="36"/>
                  </a:lnTo>
                  <a:lnTo>
                    <a:pt x="1284" y="30"/>
                  </a:lnTo>
                  <a:lnTo>
                    <a:pt x="1235" y="19"/>
                  </a:lnTo>
                  <a:lnTo>
                    <a:pt x="1202" y="13"/>
                  </a:lnTo>
                  <a:lnTo>
                    <a:pt x="1166" y="7"/>
                  </a:lnTo>
                  <a:lnTo>
                    <a:pt x="1129" y="2"/>
                  </a:lnTo>
                  <a:lnTo>
                    <a:pt x="1091" y="0"/>
                  </a:lnTo>
                  <a:lnTo>
                    <a:pt x="1091" y="0"/>
                  </a:lnTo>
                  <a:lnTo>
                    <a:pt x="1073" y="2"/>
                  </a:lnTo>
                  <a:lnTo>
                    <a:pt x="1056" y="4"/>
                  </a:lnTo>
                  <a:lnTo>
                    <a:pt x="1038" y="5"/>
                  </a:lnTo>
                  <a:lnTo>
                    <a:pt x="1021" y="8"/>
                  </a:lnTo>
                  <a:lnTo>
                    <a:pt x="1007" y="13"/>
                  </a:lnTo>
                  <a:lnTo>
                    <a:pt x="993" y="19"/>
                  </a:lnTo>
                  <a:lnTo>
                    <a:pt x="981" y="27"/>
                  </a:lnTo>
                  <a:lnTo>
                    <a:pt x="970" y="3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95000">
                  <a:schemeClr val="bg1">
                    <a:lumMod val="8500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 userDrawn="1">
            <p:custDataLst>
              <p:tags r:id="rId8"/>
            </p:custDataLst>
          </p:nvPr>
        </p:nvGrpSpPr>
        <p:grpSpPr>
          <a:xfrm>
            <a:off x="10483663" y="5923625"/>
            <a:ext cx="1883824" cy="1376773"/>
            <a:chOff x="10507063" y="6046793"/>
            <a:chExt cx="1883824" cy="1376773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10" name="Freeform 58"/>
            <p:cNvSpPr/>
            <p:nvPr>
              <p:custDataLst>
                <p:tags r:id="rId9"/>
              </p:custDataLst>
            </p:nvPr>
          </p:nvSpPr>
          <p:spPr bwMode="auto">
            <a:xfrm flipH="1" flipV="1">
              <a:off x="11520900" y="6719611"/>
              <a:ext cx="869987" cy="542687"/>
            </a:xfrm>
            <a:custGeom>
              <a:avLst/>
              <a:gdLst>
                <a:gd name="T0" fmla="*/ 953 w 1648"/>
                <a:gd name="T1" fmla="*/ 64 h 1028"/>
                <a:gd name="T2" fmla="*/ 982 w 1648"/>
                <a:gd name="T3" fmla="*/ 222 h 1028"/>
                <a:gd name="T4" fmla="*/ 981 w 1648"/>
                <a:gd name="T5" fmla="*/ 313 h 1028"/>
                <a:gd name="T6" fmla="*/ 923 w 1648"/>
                <a:gd name="T7" fmla="*/ 358 h 1028"/>
                <a:gd name="T8" fmla="*/ 803 w 1648"/>
                <a:gd name="T9" fmla="*/ 378 h 1028"/>
                <a:gd name="T10" fmla="*/ 691 w 1648"/>
                <a:gd name="T11" fmla="*/ 339 h 1028"/>
                <a:gd name="T12" fmla="*/ 662 w 1648"/>
                <a:gd name="T13" fmla="*/ 297 h 1028"/>
                <a:gd name="T14" fmla="*/ 690 w 1648"/>
                <a:gd name="T15" fmla="*/ 138 h 1028"/>
                <a:gd name="T16" fmla="*/ 688 w 1648"/>
                <a:gd name="T17" fmla="*/ 48 h 1028"/>
                <a:gd name="T18" fmla="*/ 651 w 1648"/>
                <a:gd name="T19" fmla="*/ 15 h 1028"/>
                <a:gd name="T20" fmla="*/ 509 w 1648"/>
                <a:gd name="T21" fmla="*/ 1 h 1028"/>
                <a:gd name="T22" fmla="*/ 355 w 1648"/>
                <a:gd name="T23" fmla="*/ 76 h 1028"/>
                <a:gd name="T24" fmla="*/ 377 w 1648"/>
                <a:gd name="T25" fmla="*/ 283 h 1028"/>
                <a:gd name="T26" fmla="*/ 344 w 1648"/>
                <a:gd name="T27" fmla="*/ 369 h 1028"/>
                <a:gd name="T28" fmla="*/ 298 w 1648"/>
                <a:gd name="T29" fmla="*/ 387 h 1028"/>
                <a:gd name="T30" fmla="*/ 156 w 1648"/>
                <a:gd name="T31" fmla="*/ 356 h 1028"/>
                <a:gd name="T32" fmla="*/ 66 w 1648"/>
                <a:gd name="T33" fmla="*/ 358 h 1028"/>
                <a:gd name="T34" fmla="*/ 20 w 1648"/>
                <a:gd name="T35" fmla="*/ 415 h 1028"/>
                <a:gd name="T36" fmla="*/ 0 w 1648"/>
                <a:gd name="T37" fmla="*/ 535 h 1028"/>
                <a:gd name="T38" fmla="*/ 39 w 1648"/>
                <a:gd name="T39" fmla="*/ 646 h 1028"/>
                <a:gd name="T40" fmla="*/ 81 w 1648"/>
                <a:gd name="T41" fmla="*/ 677 h 1028"/>
                <a:gd name="T42" fmla="*/ 198 w 1648"/>
                <a:gd name="T43" fmla="*/ 660 h 1028"/>
                <a:gd name="T44" fmla="*/ 322 w 1648"/>
                <a:gd name="T45" fmla="*/ 646 h 1028"/>
                <a:gd name="T46" fmla="*/ 357 w 1648"/>
                <a:gd name="T47" fmla="*/ 677 h 1028"/>
                <a:gd name="T48" fmla="*/ 378 w 1648"/>
                <a:gd name="T49" fmla="*/ 801 h 1028"/>
                <a:gd name="T50" fmla="*/ 344 w 1648"/>
                <a:gd name="T51" fmla="*/ 994 h 1028"/>
                <a:gd name="T52" fmla="*/ 565 w 1648"/>
                <a:gd name="T53" fmla="*/ 1028 h 1028"/>
                <a:gd name="T54" fmla="*/ 669 w 1648"/>
                <a:gd name="T55" fmla="*/ 1000 h 1028"/>
                <a:gd name="T56" fmla="*/ 694 w 1648"/>
                <a:gd name="T57" fmla="*/ 965 h 1028"/>
                <a:gd name="T58" fmla="*/ 666 w 1648"/>
                <a:gd name="T59" fmla="*/ 806 h 1028"/>
                <a:gd name="T60" fmla="*/ 668 w 1648"/>
                <a:gd name="T61" fmla="*/ 716 h 1028"/>
                <a:gd name="T62" fmla="*/ 724 w 1648"/>
                <a:gd name="T63" fmla="*/ 670 h 1028"/>
                <a:gd name="T64" fmla="*/ 845 w 1648"/>
                <a:gd name="T65" fmla="*/ 652 h 1028"/>
                <a:gd name="T66" fmla="*/ 956 w 1648"/>
                <a:gd name="T67" fmla="*/ 689 h 1028"/>
                <a:gd name="T68" fmla="*/ 987 w 1648"/>
                <a:gd name="T69" fmla="*/ 731 h 1028"/>
                <a:gd name="T70" fmla="*/ 957 w 1648"/>
                <a:gd name="T71" fmla="*/ 890 h 1028"/>
                <a:gd name="T72" fmla="*/ 959 w 1648"/>
                <a:gd name="T73" fmla="*/ 980 h 1028"/>
                <a:gd name="T74" fmla="*/ 996 w 1648"/>
                <a:gd name="T75" fmla="*/ 1013 h 1028"/>
                <a:gd name="T76" fmla="*/ 1138 w 1648"/>
                <a:gd name="T77" fmla="*/ 1027 h 1028"/>
                <a:gd name="T78" fmla="*/ 1293 w 1648"/>
                <a:gd name="T79" fmla="*/ 954 h 1028"/>
                <a:gd name="T80" fmla="*/ 1270 w 1648"/>
                <a:gd name="T81" fmla="*/ 745 h 1028"/>
                <a:gd name="T82" fmla="*/ 1304 w 1648"/>
                <a:gd name="T83" fmla="*/ 660 h 1028"/>
                <a:gd name="T84" fmla="*/ 1351 w 1648"/>
                <a:gd name="T85" fmla="*/ 641 h 1028"/>
                <a:gd name="T86" fmla="*/ 1491 w 1648"/>
                <a:gd name="T87" fmla="*/ 672 h 1028"/>
                <a:gd name="T88" fmla="*/ 1583 w 1648"/>
                <a:gd name="T89" fmla="*/ 670 h 1028"/>
                <a:gd name="T90" fmla="*/ 1628 w 1648"/>
                <a:gd name="T91" fmla="*/ 613 h 1028"/>
                <a:gd name="T92" fmla="*/ 1647 w 1648"/>
                <a:gd name="T93" fmla="*/ 493 h 1028"/>
                <a:gd name="T94" fmla="*/ 1608 w 1648"/>
                <a:gd name="T95" fmla="*/ 383 h 1028"/>
                <a:gd name="T96" fmla="*/ 1566 w 1648"/>
                <a:gd name="T97" fmla="*/ 351 h 1028"/>
                <a:gd name="T98" fmla="*/ 1451 w 1648"/>
                <a:gd name="T99" fmla="*/ 369 h 1028"/>
                <a:gd name="T100" fmla="*/ 1326 w 1648"/>
                <a:gd name="T101" fmla="*/ 383 h 1028"/>
                <a:gd name="T102" fmla="*/ 1290 w 1648"/>
                <a:gd name="T103" fmla="*/ 351 h 1028"/>
                <a:gd name="T104" fmla="*/ 1269 w 1648"/>
                <a:gd name="T105" fmla="*/ 228 h 1028"/>
                <a:gd name="T106" fmla="*/ 1304 w 1648"/>
                <a:gd name="T107" fmla="*/ 34 h 1028"/>
                <a:gd name="T108" fmla="*/ 1091 w 1648"/>
                <a:gd name="T109" fmla="*/ 0 h 1028"/>
                <a:gd name="T110" fmla="*/ 1007 w 1648"/>
                <a:gd name="T111" fmla="*/ 12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648" h="1028">
                  <a:moveTo>
                    <a:pt x="970" y="34"/>
                  </a:moveTo>
                  <a:lnTo>
                    <a:pt x="970" y="34"/>
                  </a:lnTo>
                  <a:lnTo>
                    <a:pt x="964" y="40"/>
                  </a:lnTo>
                  <a:lnTo>
                    <a:pt x="959" y="48"/>
                  </a:lnTo>
                  <a:lnTo>
                    <a:pt x="956" y="56"/>
                  </a:lnTo>
                  <a:lnTo>
                    <a:pt x="953" y="64"/>
                  </a:lnTo>
                  <a:lnTo>
                    <a:pt x="951" y="81"/>
                  </a:lnTo>
                  <a:lnTo>
                    <a:pt x="951" y="99"/>
                  </a:lnTo>
                  <a:lnTo>
                    <a:pt x="953" y="118"/>
                  </a:lnTo>
                  <a:lnTo>
                    <a:pt x="957" y="138"/>
                  </a:lnTo>
                  <a:lnTo>
                    <a:pt x="970" y="180"/>
                  </a:lnTo>
                  <a:lnTo>
                    <a:pt x="982" y="222"/>
                  </a:lnTo>
                  <a:lnTo>
                    <a:pt x="987" y="242"/>
                  </a:lnTo>
                  <a:lnTo>
                    <a:pt x="990" y="261"/>
                  </a:lnTo>
                  <a:lnTo>
                    <a:pt x="990" y="280"/>
                  </a:lnTo>
                  <a:lnTo>
                    <a:pt x="987" y="297"/>
                  </a:lnTo>
                  <a:lnTo>
                    <a:pt x="984" y="305"/>
                  </a:lnTo>
                  <a:lnTo>
                    <a:pt x="981" y="313"/>
                  </a:lnTo>
                  <a:lnTo>
                    <a:pt x="976" y="320"/>
                  </a:lnTo>
                  <a:lnTo>
                    <a:pt x="970" y="327"/>
                  </a:lnTo>
                  <a:lnTo>
                    <a:pt x="970" y="327"/>
                  </a:lnTo>
                  <a:lnTo>
                    <a:pt x="956" y="339"/>
                  </a:lnTo>
                  <a:lnTo>
                    <a:pt x="940" y="348"/>
                  </a:lnTo>
                  <a:lnTo>
                    <a:pt x="923" y="358"/>
                  </a:lnTo>
                  <a:lnTo>
                    <a:pt x="904" y="365"/>
                  </a:lnTo>
                  <a:lnTo>
                    <a:pt x="886" y="370"/>
                  </a:lnTo>
                  <a:lnTo>
                    <a:pt x="866" y="375"/>
                  </a:lnTo>
                  <a:lnTo>
                    <a:pt x="845" y="378"/>
                  </a:lnTo>
                  <a:lnTo>
                    <a:pt x="824" y="378"/>
                  </a:lnTo>
                  <a:lnTo>
                    <a:pt x="803" y="378"/>
                  </a:lnTo>
                  <a:lnTo>
                    <a:pt x="783" y="375"/>
                  </a:lnTo>
                  <a:lnTo>
                    <a:pt x="763" y="370"/>
                  </a:lnTo>
                  <a:lnTo>
                    <a:pt x="743" y="365"/>
                  </a:lnTo>
                  <a:lnTo>
                    <a:pt x="724" y="358"/>
                  </a:lnTo>
                  <a:lnTo>
                    <a:pt x="707" y="348"/>
                  </a:lnTo>
                  <a:lnTo>
                    <a:pt x="691" y="339"/>
                  </a:lnTo>
                  <a:lnTo>
                    <a:pt x="677" y="327"/>
                  </a:lnTo>
                  <a:lnTo>
                    <a:pt x="677" y="327"/>
                  </a:lnTo>
                  <a:lnTo>
                    <a:pt x="673" y="320"/>
                  </a:lnTo>
                  <a:lnTo>
                    <a:pt x="668" y="313"/>
                  </a:lnTo>
                  <a:lnTo>
                    <a:pt x="663" y="305"/>
                  </a:lnTo>
                  <a:lnTo>
                    <a:pt x="662" y="297"/>
                  </a:lnTo>
                  <a:lnTo>
                    <a:pt x="659" y="280"/>
                  </a:lnTo>
                  <a:lnTo>
                    <a:pt x="659" y="261"/>
                  </a:lnTo>
                  <a:lnTo>
                    <a:pt x="662" y="242"/>
                  </a:lnTo>
                  <a:lnTo>
                    <a:pt x="666" y="222"/>
                  </a:lnTo>
                  <a:lnTo>
                    <a:pt x="677" y="180"/>
                  </a:lnTo>
                  <a:lnTo>
                    <a:pt x="690" y="138"/>
                  </a:lnTo>
                  <a:lnTo>
                    <a:pt x="694" y="118"/>
                  </a:lnTo>
                  <a:lnTo>
                    <a:pt x="697" y="99"/>
                  </a:lnTo>
                  <a:lnTo>
                    <a:pt x="697" y="81"/>
                  </a:lnTo>
                  <a:lnTo>
                    <a:pt x="694" y="64"/>
                  </a:lnTo>
                  <a:lnTo>
                    <a:pt x="693" y="56"/>
                  </a:lnTo>
                  <a:lnTo>
                    <a:pt x="688" y="48"/>
                  </a:lnTo>
                  <a:lnTo>
                    <a:pt x="683" y="40"/>
                  </a:lnTo>
                  <a:lnTo>
                    <a:pt x="677" y="34"/>
                  </a:lnTo>
                  <a:lnTo>
                    <a:pt x="677" y="34"/>
                  </a:lnTo>
                  <a:lnTo>
                    <a:pt x="669" y="28"/>
                  </a:lnTo>
                  <a:lnTo>
                    <a:pt x="662" y="21"/>
                  </a:lnTo>
                  <a:lnTo>
                    <a:pt x="651" y="15"/>
                  </a:lnTo>
                  <a:lnTo>
                    <a:pt x="641" y="12"/>
                  </a:lnTo>
                  <a:lnTo>
                    <a:pt x="618" y="4"/>
                  </a:lnTo>
                  <a:lnTo>
                    <a:pt x="593" y="1"/>
                  </a:lnTo>
                  <a:lnTo>
                    <a:pt x="565" y="0"/>
                  </a:lnTo>
                  <a:lnTo>
                    <a:pt x="537" y="0"/>
                  </a:lnTo>
                  <a:lnTo>
                    <a:pt x="509" y="1"/>
                  </a:lnTo>
                  <a:lnTo>
                    <a:pt x="481" y="4"/>
                  </a:lnTo>
                  <a:lnTo>
                    <a:pt x="428" y="14"/>
                  </a:lnTo>
                  <a:lnTo>
                    <a:pt x="385" y="23"/>
                  </a:lnTo>
                  <a:lnTo>
                    <a:pt x="344" y="34"/>
                  </a:lnTo>
                  <a:lnTo>
                    <a:pt x="344" y="34"/>
                  </a:lnTo>
                  <a:lnTo>
                    <a:pt x="355" y="76"/>
                  </a:lnTo>
                  <a:lnTo>
                    <a:pt x="364" y="120"/>
                  </a:lnTo>
                  <a:lnTo>
                    <a:pt x="374" y="171"/>
                  </a:lnTo>
                  <a:lnTo>
                    <a:pt x="377" y="199"/>
                  </a:lnTo>
                  <a:lnTo>
                    <a:pt x="378" y="228"/>
                  </a:lnTo>
                  <a:lnTo>
                    <a:pt x="378" y="255"/>
                  </a:lnTo>
                  <a:lnTo>
                    <a:pt x="377" y="283"/>
                  </a:lnTo>
                  <a:lnTo>
                    <a:pt x="374" y="308"/>
                  </a:lnTo>
                  <a:lnTo>
                    <a:pt x="366" y="331"/>
                  </a:lnTo>
                  <a:lnTo>
                    <a:pt x="363" y="342"/>
                  </a:lnTo>
                  <a:lnTo>
                    <a:pt x="357" y="351"/>
                  </a:lnTo>
                  <a:lnTo>
                    <a:pt x="350" y="361"/>
                  </a:lnTo>
                  <a:lnTo>
                    <a:pt x="344" y="369"/>
                  </a:lnTo>
                  <a:lnTo>
                    <a:pt x="344" y="369"/>
                  </a:lnTo>
                  <a:lnTo>
                    <a:pt x="338" y="373"/>
                  </a:lnTo>
                  <a:lnTo>
                    <a:pt x="330" y="378"/>
                  </a:lnTo>
                  <a:lnTo>
                    <a:pt x="322" y="383"/>
                  </a:lnTo>
                  <a:lnTo>
                    <a:pt x="315" y="386"/>
                  </a:lnTo>
                  <a:lnTo>
                    <a:pt x="298" y="387"/>
                  </a:lnTo>
                  <a:lnTo>
                    <a:pt x="279" y="387"/>
                  </a:lnTo>
                  <a:lnTo>
                    <a:pt x="260" y="384"/>
                  </a:lnTo>
                  <a:lnTo>
                    <a:pt x="240" y="379"/>
                  </a:lnTo>
                  <a:lnTo>
                    <a:pt x="198" y="369"/>
                  </a:lnTo>
                  <a:lnTo>
                    <a:pt x="198" y="369"/>
                  </a:lnTo>
                  <a:lnTo>
                    <a:pt x="156" y="356"/>
                  </a:lnTo>
                  <a:lnTo>
                    <a:pt x="136" y="351"/>
                  </a:lnTo>
                  <a:lnTo>
                    <a:pt x="117" y="348"/>
                  </a:lnTo>
                  <a:lnTo>
                    <a:pt x="98" y="348"/>
                  </a:lnTo>
                  <a:lnTo>
                    <a:pt x="81" y="351"/>
                  </a:lnTo>
                  <a:lnTo>
                    <a:pt x="73" y="353"/>
                  </a:lnTo>
                  <a:lnTo>
                    <a:pt x="66" y="358"/>
                  </a:lnTo>
                  <a:lnTo>
                    <a:pt x="58" y="362"/>
                  </a:lnTo>
                  <a:lnTo>
                    <a:pt x="52" y="369"/>
                  </a:lnTo>
                  <a:lnTo>
                    <a:pt x="52" y="369"/>
                  </a:lnTo>
                  <a:lnTo>
                    <a:pt x="39" y="383"/>
                  </a:lnTo>
                  <a:lnTo>
                    <a:pt x="30" y="398"/>
                  </a:lnTo>
                  <a:lnTo>
                    <a:pt x="20" y="415"/>
                  </a:lnTo>
                  <a:lnTo>
                    <a:pt x="13" y="432"/>
                  </a:lnTo>
                  <a:lnTo>
                    <a:pt x="8" y="453"/>
                  </a:lnTo>
                  <a:lnTo>
                    <a:pt x="3" y="473"/>
                  </a:lnTo>
                  <a:lnTo>
                    <a:pt x="0" y="493"/>
                  </a:lnTo>
                  <a:lnTo>
                    <a:pt x="0" y="515"/>
                  </a:lnTo>
                  <a:lnTo>
                    <a:pt x="0" y="535"/>
                  </a:lnTo>
                  <a:lnTo>
                    <a:pt x="3" y="555"/>
                  </a:lnTo>
                  <a:lnTo>
                    <a:pt x="8" y="576"/>
                  </a:lnTo>
                  <a:lnTo>
                    <a:pt x="13" y="596"/>
                  </a:lnTo>
                  <a:lnTo>
                    <a:pt x="20" y="613"/>
                  </a:lnTo>
                  <a:lnTo>
                    <a:pt x="30" y="630"/>
                  </a:lnTo>
                  <a:lnTo>
                    <a:pt x="39" y="646"/>
                  </a:lnTo>
                  <a:lnTo>
                    <a:pt x="52" y="660"/>
                  </a:lnTo>
                  <a:lnTo>
                    <a:pt x="52" y="660"/>
                  </a:lnTo>
                  <a:lnTo>
                    <a:pt x="58" y="666"/>
                  </a:lnTo>
                  <a:lnTo>
                    <a:pt x="66" y="670"/>
                  </a:lnTo>
                  <a:lnTo>
                    <a:pt x="73" y="675"/>
                  </a:lnTo>
                  <a:lnTo>
                    <a:pt x="81" y="677"/>
                  </a:lnTo>
                  <a:lnTo>
                    <a:pt x="98" y="680"/>
                  </a:lnTo>
                  <a:lnTo>
                    <a:pt x="117" y="680"/>
                  </a:lnTo>
                  <a:lnTo>
                    <a:pt x="136" y="677"/>
                  </a:lnTo>
                  <a:lnTo>
                    <a:pt x="156" y="672"/>
                  </a:lnTo>
                  <a:lnTo>
                    <a:pt x="198" y="660"/>
                  </a:lnTo>
                  <a:lnTo>
                    <a:pt x="198" y="660"/>
                  </a:lnTo>
                  <a:lnTo>
                    <a:pt x="240" y="649"/>
                  </a:lnTo>
                  <a:lnTo>
                    <a:pt x="260" y="644"/>
                  </a:lnTo>
                  <a:lnTo>
                    <a:pt x="279" y="641"/>
                  </a:lnTo>
                  <a:lnTo>
                    <a:pt x="298" y="641"/>
                  </a:lnTo>
                  <a:lnTo>
                    <a:pt x="315" y="644"/>
                  </a:lnTo>
                  <a:lnTo>
                    <a:pt x="322" y="646"/>
                  </a:lnTo>
                  <a:lnTo>
                    <a:pt x="330" y="650"/>
                  </a:lnTo>
                  <a:lnTo>
                    <a:pt x="338" y="655"/>
                  </a:lnTo>
                  <a:lnTo>
                    <a:pt x="344" y="660"/>
                  </a:lnTo>
                  <a:lnTo>
                    <a:pt x="344" y="660"/>
                  </a:lnTo>
                  <a:lnTo>
                    <a:pt x="350" y="667"/>
                  </a:lnTo>
                  <a:lnTo>
                    <a:pt x="357" y="677"/>
                  </a:lnTo>
                  <a:lnTo>
                    <a:pt x="363" y="686"/>
                  </a:lnTo>
                  <a:lnTo>
                    <a:pt x="366" y="697"/>
                  </a:lnTo>
                  <a:lnTo>
                    <a:pt x="374" y="720"/>
                  </a:lnTo>
                  <a:lnTo>
                    <a:pt x="377" y="745"/>
                  </a:lnTo>
                  <a:lnTo>
                    <a:pt x="378" y="773"/>
                  </a:lnTo>
                  <a:lnTo>
                    <a:pt x="378" y="801"/>
                  </a:lnTo>
                  <a:lnTo>
                    <a:pt x="377" y="829"/>
                  </a:lnTo>
                  <a:lnTo>
                    <a:pt x="374" y="857"/>
                  </a:lnTo>
                  <a:lnTo>
                    <a:pt x="364" y="909"/>
                  </a:lnTo>
                  <a:lnTo>
                    <a:pt x="355" y="954"/>
                  </a:lnTo>
                  <a:lnTo>
                    <a:pt x="344" y="994"/>
                  </a:lnTo>
                  <a:lnTo>
                    <a:pt x="344" y="994"/>
                  </a:lnTo>
                  <a:lnTo>
                    <a:pt x="385" y="1005"/>
                  </a:lnTo>
                  <a:lnTo>
                    <a:pt x="428" y="1014"/>
                  </a:lnTo>
                  <a:lnTo>
                    <a:pt x="481" y="1024"/>
                  </a:lnTo>
                  <a:lnTo>
                    <a:pt x="509" y="1027"/>
                  </a:lnTo>
                  <a:lnTo>
                    <a:pt x="537" y="1028"/>
                  </a:lnTo>
                  <a:lnTo>
                    <a:pt x="565" y="1028"/>
                  </a:lnTo>
                  <a:lnTo>
                    <a:pt x="593" y="1027"/>
                  </a:lnTo>
                  <a:lnTo>
                    <a:pt x="618" y="1024"/>
                  </a:lnTo>
                  <a:lnTo>
                    <a:pt x="641" y="1016"/>
                  </a:lnTo>
                  <a:lnTo>
                    <a:pt x="651" y="1013"/>
                  </a:lnTo>
                  <a:lnTo>
                    <a:pt x="662" y="1007"/>
                  </a:lnTo>
                  <a:lnTo>
                    <a:pt x="669" y="1000"/>
                  </a:lnTo>
                  <a:lnTo>
                    <a:pt x="677" y="994"/>
                  </a:lnTo>
                  <a:lnTo>
                    <a:pt x="677" y="994"/>
                  </a:lnTo>
                  <a:lnTo>
                    <a:pt x="683" y="988"/>
                  </a:lnTo>
                  <a:lnTo>
                    <a:pt x="688" y="980"/>
                  </a:lnTo>
                  <a:lnTo>
                    <a:pt x="693" y="972"/>
                  </a:lnTo>
                  <a:lnTo>
                    <a:pt x="694" y="965"/>
                  </a:lnTo>
                  <a:lnTo>
                    <a:pt x="697" y="947"/>
                  </a:lnTo>
                  <a:lnTo>
                    <a:pt x="697" y="929"/>
                  </a:lnTo>
                  <a:lnTo>
                    <a:pt x="694" y="910"/>
                  </a:lnTo>
                  <a:lnTo>
                    <a:pt x="690" y="890"/>
                  </a:lnTo>
                  <a:lnTo>
                    <a:pt x="677" y="848"/>
                  </a:lnTo>
                  <a:lnTo>
                    <a:pt x="666" y="806"/>
                  </a:lnTo>
                  <a:lnTo>
                    <a:pt x="662" y="786"/>
                  </a:lnTo>
                  <a:lnTo>
                    <a:pt x="659" y="767"/>
                  </a:lnTo>
                  <a:lnTo>
                    <a:pt x="659" y="748"/>
                  </a:lnTo>
                  <a:lnTo>
                    <a:pt x="662" y="731"/>
                  </a:lnTo>
                  <a:lnTo>
                    <a:pt x="663" y="723"/>
                  </a:lnTo>
                  <a:lnTo>
                    <a:pt x="668" y="716"/>
                  </a:lnTo>
                  <a:lnTo>
                    <a:pt x="673" y="709"/>
                  </a:lnTo>
                  <a:lnTo>
                    <a:pt x="677" y="702"/>
                  </a:lnTo>
                  <a:lnTo>
                    <a:pt x="677" y="702"/>
                  </a:lnTo>
                  <a:lnTo>
                    <a:pt x="691" y="689"/>
                  </a:lnTo>
                  <a:lnTo>
                    <a:pt x="707" y="680"/>
                  </a:lnTo>
                  <a:lnTo>
                    <a:pt x="724" y="670"/>
                  </a:lnTo>
                  <a:lnTo>
                    <a:pt x="743" y="663"/>
                  </a:lnTo>
                  <a:lnTo>
                    <a:pt x="763" y="658"/>
                  </a:lnTo>
                  <a:lnTo>
                    <a:pt x="783" y="653"/>
                  </a:lnTo>
                  <a:lnTo>
                    <a:pt x="803" y="652"/>
                  </a:lnTo>
                  <a:lnTo>
                    <a:pt x="824" y="650"/>
                  </a:lnTo>
                  <a:lnTo>
                    <a:pt x="845" y="652"/>
                  </a:lnTo>
                  <a:lnTo>
                    <a:pt x="866" y="653"/>
                  </a:lnTo>
                  <a:lnTo>
                    <a:pt x="886" y="658"/>
                  </a:lnTo>
                  <a:lnTo>
                    <a:pt x="904" y="663"/>
                  </a:lnTo>
                  <a:lnTo>
                    <a:pt x="923" y="670"/>
                  </a:lnTo>
                  <a:lnTo>
                    <a:pt x="940" y="680"/>
                  </a:lnTo>
                  <a:lnTo>
                    <a:pt x="956" y="689"/>
                  </a:lnTo>
                  <a:lnTo>
                    <a:pt x="970" y="702"/>
                  </a:lnTo>
                  <a:lnTo>
                    <a:pt x="970" y="702"/>
                  </a:lnTo>
                  <a:lnTo>
                    <a:pt x="976" y="709"/>
                  </a:lnTo>
                  <a:lnTo>
                    <a:pt x="981" y="716"/>
                  </a:lnTo>
                  <a:lnTo>
                    <a:pt x="984" y="723"/>
                  </a:lnTo>
                  <a:lnTo>
                    <a:pt x="987" y="731"/>
                  </a:lnTo>
                  <a:lnTo>
                    <a:pt x="990" y="748"/>
                  </a:lnTo>
                  <a:lnTo>
                    <a:pt x="990" y="767"/>
                  </a:lnTo>
                  <a:lnTo>
                    <a:pt x="987" y="786"/>
                  </a:lnTo>
                  <a:lnTo>
                    <a:pt x="982" y="806"/>
                  </a:lnTo>
                  <a:lnTo>
                    <a:pt x="970" y="848"/>
                  </a:lnTo>
                  <a:lnTo>
                    <a:pt x="957" y="890"/>
                  </a:lnTo>
                  <a:lnTo>
                    <a:pt x="953" y="910"/>
                  </a:lnTo>
                  <a:lnTo>
                    <a:pt x="951" y="929"/>
                  </a:lnTo>
                  <a:lnTo>
                    <a:pt x="951" y="947"/>
                  </a:lnTo>
                  <a:lnTo>
                    <a:pt x="953" y="965"/>
                  </a:lnTo>
                  <a:lnTo>
                    <a:pt x="956" y="972"/>
                  </a:lnTo>
                  <a:lnTo>
                    <a:pt x="959" y="980"/>
                  </a:lnTo>
                  <a:lnTo>
                    <a:pt x="964" y="988"/>
                  </a:lnTo>
                  <a:lnTo>
                    <a:pt x="970" y="994"/>
                  </a:lnTo>
                  <a:lnTo>
                    <a:pt x="970" y="994"/>
                  </a:lnTo>
                  <a:lnTo>
                    <a:pt x="978" y="1000"/>
                  </a:lnTo>
                  <a:lnTo>
                    <a:pt x="987" y="1007"/>
                  </a:lnTo>
                  <a:lnTo>
                    <a:pt x="996" y="1013"/>
                  </a:lnTo>
                  <a:lnTo>
                    <a:pt x="1007" y="1016"/>
                  </a:lnTo>
                  <a:lnTo>
                    <a:pt x="1030" y="1024"/>
                  </a:lnTo>
                  <a:lnTo>
                    <a:pt x="1055" y="1027"/>
                  </a:lnTo>
                  <a:lnTo>
                    <a:pt x="1082" y="1028"/>
                  </a:lnTo>
                  <a:lnTo>
                    <a:pt x="1110" y="1028"/>
                  </a:lnTo>
                  <a:lnTo>
                    <a:pt x="1138" y="1027"/>
                  </a:lnTo>
                  <a:lnTo>
                    <a:pt x="1166" y="1024"/>
                  </a:lnTo>
                  <a:lnTo>
                    <a:pt x="1219" y="1014"/>
                  </a:lnTo>
                  <a:lnTo>
                    <a:pt x="1262" y="1005"/>
                  </a:lnTo>
                  <a:lnTo>
                    <a:pt x="1304" y="994"/>
                  </a:lnTo>
                  <a:lnTo>
                    <a:pt x="1304" y="994"/>
                  </a:lnTo>
                  <a:lnTo>
                    <a:pt x="1293" y="954"/>
                  </a:lnTo>
                  <a:lnTo>
                    <a:pt x="1283" y="909"/>
                  </a:lnTo>
                  <a:lnTo>
                    <a:pt x="1275" y="857"/>
                  </a:lnTo>
                  <a:lnTo>
                    <a:pt x="1272" y="829"/>
                  </a:lnTo>
                  <a:lnTo>
                    <a:pt x="1269" y="801"/>
                  </a:lnTo>
                  <a:lnTo>
                    <a:pt x="1269" y="773"/>
                  </a:lnTo>
                  <a:lnTo>
                    <a:pt x="1270" y="745"/>
                  </a:lnTo>
                  <a:lnTo>
                    <a:pt x="1275" y="720"/>
                  </a:lnTo>
                  <a:lnTo>
                    <a:pt x="1281" y="697"/>
                  </a:lnTo>
                  <a:lnTo>
                    <a:pt x="1286" y="686"/>
                  </a:lnTo>
                  <a:lnTo>
                    <a:pt x="1290" y="677"/>
                  </a:lnTo>
                  <a:lnTo>
                    <a:pt x="1297" y="667"/>
                  </a:lnTo>
                  <a:lnTo>
                    <a:pt x="1304" y="660"/>
                  </a:lnTo>
                  <a:lnTo>
                    <a:pt x="1304" y="660"/>
                  </a:lnTo>
                  <a:lnTo>
                    <a:pt x="1311" y="655"/>
                  </a:lnTo>
                  <a:lnTo>
                    <a:pt x="1318" y="650"/>
                  </a:lnTo>
                  <a:lnTo>
                    <a:pt x="1326" y="646"/>
                  </a:lnTo>
                  <a:lnTo>
                    <a:pt x="1334" y="644"/>
                  </a:lnTo>
                  <a:lnTo>
                    <a:pt x="1351" y="641"/>
                  </a:lnTo>
                  <a:lnTo>
                    <a:pt x="1368" y="641"/>
                  </a:lnTo>
                  <a:lnTo>
                    <a:pt x="1388" y="644"/>
                  </a:lnTo>
                  <a:lnTo>
                    <a:pt x="1409" y="649"/>
                  </a:lnTo>
                  <a:lnTo>
                    <a:pt x="1451" y="660"/>
                  </a:lnTo>
                  <a:lnTo>
                    <a:pt x="1451" y="660"/>
                  </a:lnTo>
                  <a:lnTo>
                    <a:pt x="1491" y="672"/>
                  </a:lnTo>
                  <a:lnTo>
                    <a:pt x="1511" y="677"/>
                  </a:lnTo>
                  <a:lnTo>
                    <a:pt x="1532" y="680"/>
                  </a:lnTo>
                  <a:lnTo>
                    <a:pt x="1549" y="680"/>
                  </a:lnTo>
                  <a:lnTo>
                    <a:pt x="1566" y="677"/>
                  </a:lnTo>
                  <a:lnTo>
                    <a:pt x="1575" y="675"/>
                  </a:lnTo>
                  <a:lnTo>
                    <a:pt x="1583" y="670"/>
                  </a:lnTo>
                  <a:lnTo>
                    <a:pt x="1589" y="666"/>
                  </a:lnTo>
                  <a:lnTo>
                    <a:pt x="1595" y="660"/>
                  </a:lnTo>
                  <a:lnTo>
                    <a:pt x="1595" y="660"/>
                  </a:lnTo>
                  <a:lnTo>
                    <a:pt x="1608" y="646"/>
                  </a:lnTo>
                  <a:lnTo>
                    <a:pt x="1619" y="630"/>
                  </a:lnTo>
                  <a:lnTo>
                    <a:pt x="1628" y="613"/>
                  </a:lnTo>
                  <a:lnTo>
                    <a:pt x="1634" y="596"/>
                  </a:lnTo>
                  <a:lnTo>
                    <a:pt x="1641" y="576"/>
                  </a:lnTo>
                  <a:lnTo>
                    <a:pt x="1645" y="555"/>
                  </a:lnTo>
                  <a:lnTo>
                    <a:pt x="1647" y="535"/>
                  </a:lnTo>
                  <a:lnTo>
                    <a:pt x="1648" y="515"/>
                  </a:lnTo>
                  <a:lnTo>
                    <a:pt x="1647" y="493"/>
                  </a:lnTo>
                  <a:lnTo>
                    <a:pt x="1645" y="473"/>
                  </a:lnTo>
                  <a:lnTo>
                    <a:pt x="1641" y="453"/>
                  </a:lnTo>
                  <a:lnTo>
                    <a:pt x="1634" y="432"/>
                  </a:lnTo>
                  <a:lnTo>
                    <a:pt x="1628" y="415"/>
                  </a:lnTo>
                  <a:lnTo>
                    <a:pt x="1619" y="398"/>
                  </a:lnTo>
                  <a:lnTo>
                    <a:pt x="1608" y="383"/>
                  </a:lnTo>
                  <a:lnTo>
                    <a:pt x="1595" y="369"/>
                  </a:lnTo>
                  <a:lnTo>
                    <a:pt x="1595" y="369"/>
                  </a:lnTo>
                  <a:lnTo>
                    <a:pt x="1589" y="362"/>
                  </a:lnTo>
                  <a:lnTo>
                    <a:pt x="1583" y="358"/>
                  </a:lnTo>
                  <a:lnTo>
                    <a:pt x="1575" y="353"/>
                  </a:lnTo>
                  <a:lnTo>
                    <a:pt x="1566" y="351"/>
                  </a:lnTo>
                  <a:lnTo>
                    <a:pt x="1549" y="348"/>
                  </a:lnTo>
                  <a:lnTo>
                    <a:pt x="1532" y="348"/>
                  </a:lnTo>
                  <a:lnTo>
                    <a:pt x="1511" y="351"/>
                  </a:lnTo>
                  <a:lnTo>
                    <a:pt x="1491" y="356"/>
                  </a:lnTo>
                  <a:lnTo>
                    <a:pt x="1451" y="369"/>
                  </a:lnTo>
                  <a:lnTo>
                    <a:pt x="1451" y="369"/>
                  </a:lnTo>
                  <a:lnTo>
                    <a:pt x="1409" y="379"/>
                  </a:lnTo>
                  <a:lnTo>
                    <a:pt x="1388" y="384"/>
                  </a:lnTo>
                  <a:lnTo>
                    <a:pt x="1368" y="387"/>
                  </a:lnTo>
                  <a:lnTo>
                    <a:pt x="1351" y="387"/>
                  </a:lnTo>
                  <a:lnTo>
                    <a:pt x="1334" y="386"/>
                  </a:lnTo>
                  <a:lnTo>
                    <a:pt x="1326" y="383"/>
                  </a:lnTo>
                  <a:lnTo>
                    <a:pt x="1318" y="378"/>
                  </a:lnTo>
                  <a:lnTo>
                    <a:pt x="1311" y="373"/>
                  </a:lnTo>
                  <a:lnTo>
                    <a:pt x="1304" y="369"/>
                  </a:lnTo>
                  <a:lnTo>
                    <a:pt x="1304" y="369"/>
                  </a:lnTo>
                  <a:lnTo>
                    <a:pt x="1297" y="361"/>
                  </a:lnTo>
                  <a:lnTo>
                    <a:pt x="1290" y="351"/>
                  </a:lnTo>
                  <a:lnTo>
                    <a:pt x="1286" y="342"/>
                  </a:lnTo>
                  <a:lnTo>
                    <a:pt x="1281" y="331"/>
                  </a:lnTo>
                  <a:lnTo>
                    <a:pt x="1275" y="308"/>
                  </a:lnTo>
                  <a:lnTo>
                    <a:pt x="1270" y="283"/>
                  </a:lnTo>
                  <a:lnTo>
                    <a:pt x="1269" y="255"/>
                  </a:lnTo>
                  <a:lnTo>
                    <a:pt x="1269" y="228"/>
                  </a:lnTo>
                  <a:lnTo>
                    <a:pt x="1272" y="199"/>
                  </a:lnTo>
                  <a:lnTo>
                    <a:pt x="1275" y="171"/>
                  </a:lnTo>
                  <a:lnTo>
                    <a:pt x="1283" y="120"/>
                  </a:lnTo>
                  <a:lnTo>
                    <a:pt x="1293" y="76"/>
                  </a:lnTo>
                  <a:lnTo>
                    <a:pt x="1304" y="34"/>
                  </a:lnTo>
                  <a:lnTo>
                    <a:pt x="1304" y="34"/>
                  </a:lnTo>
                  <a:lnTo>
                    <a:pt x="1284" y="29"/>
                  </a:lnTo>
                  <a:lnTo>
                    <a:pt x="1234" y="17"/>
                  </a:lnTo>
                  <a:lnTo>
                    <a:pt x="1202" y="11"/>
                  </a:lnTo>
                  <a:lnTo>
                    <a:pt x="1166" y="4"/>
                  </a:lnTo>
                  <a:lnTo>
                    <a:pt x="1129" y="1"/>
                  </a:lnTo>
                  <a:lnTo>
                    <a:pt x="1091" y="0"/>
                  </a:lnTo>
                  <a:lnTo>
                    <a:pt x="1091" y="0"/>
                  </a:lnTo>
                  <a:lnTo>
                    <a:pt x="1073" y="0"/>
                  </a:lnTo>
                  <a:lnTo>
                    <a:pt x="1055" y="1"/>
                  </a:lnTo>
                  <a:lnTo>
                    <a:pt x="1038" y="3"/>
                  </a:lnTo>
                  <a:lnTo>
                    <a:pt x="1023" y="7"/>
                  </a:lnTo>
                  <a:lnTo>
                    <a:pt x="1007" y="12"/>
                  </a:lnTo>
                  <a:lnTo>
                    <a:pt x="993" y="17"/>
                  </a:lnTo>
                  <a:lnTo>
                    <a:pt x="981" y="25"/>
                  </a:lnTo>
                  <a:lnTo>
                    <a:pt x="970" y="34"/>
                  </a:lnTo>
                </a:path>
              </a:pathLst>
            </a:custGeom>
            <a:gradFill flip="none" rotWithShape="1">
              <a:gsLst>
                <a:gs pos="9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66"/>
            <p:cNvSpPr/>
            <p:nvPr>
              <p:custDataLst>
                <p:tags r:id="rId10"/>
              </p:custDataLst>
            </p:nvPr>
          </p:nvSpPr>
          <p:spPr bwMode="auto">
            <a:xfrm flipH="1" flipV="1">
              <a:off x="11177104" y="6553579"/>
              <a:ext cx="543742" cy="869987"/>
            </a:xfrm>
            <a:custGeom>
              <a:avLst/>
              <a:gdLst>
                <a:gd name="T0" fmla="*/ 352 w 1030"/>
                <a:gd name="T1" fmla="*/ 81 h 1648"/>
                <a:gd name="T2" fmla="*/ 381 w 1030"/>
                <a:gd name="T3" fmla="*/ 240 h 1648"/>
                <a:gd name="T4" fmla="*/ 380 w 1030"/>
                <a:gd name="T5" fmla="*/ 330 h 1648"/>
                <a:gd name="T6" fmla="*/ 342 w 1030"/>
                <a:gd name="T7" fmla="*/ 363 h 1648"/>
                <a:gd name="T8" fmla="*/ 201 w 1030"/>
                <a:gd name="T9" fmla="*/ 377 h 1648"/>
                <a:gd name="T10" fmla="*/ 23 w 1030"/>
                <a:gd name="T11" fmla="*/ 386 h 1648"/>
                <a:gd name="T12" fmla="*/ 2 w 1030"/>
                <a:gd name="T13" fmla="*/ 593 h 1648"/>
                <a:gd name="T14" fmla="*/ 34 w 1030"/>
                <a:gd name="T15" fmla="*/ 679 h 1648"/>
                <a:gd name="T16" fmla="*/ 81 w 1030"/>
                <a:gd name="T17" fmla="*/ 697 h 1648"/>
                <a:gd name="T18" fmla="*/ 223 w 1030"/>
                <a:gd name="T19" fmla="*/ 666 h 1648"/>
                <a:gd name="T20" fmla="*/ 313 w 1030"/>
                <a:gd name="T21" fmla="*/ 668 h 1648"/>
                <a:gd name="T22" fmla="*/ 358 w 1030"/>
                <a:gd name="T23" fmla="*/ 725 h 1648"/>
                <a:gd name="T24" fmla="*/ 378 w 1030"/>
                <a:gd name="T25" fmla="*/ 845 h 1648"/>
                <a:gd name="T26" fmla="*/ 339 w 1030"/>
                <a:gd name="T27" fmla="*/ 956 h 1648"/>
                <a:gd name="T28" fmla="*/ 297 w 1030"/>
                <a:gd name="T29" fmla="*/ 987 h 1648"/>
                <a:gd name="T30" fmla="*/ 181 w 1030"/>
                <a:gd name="T31" fmla="*/ 970 h 1648"/>
                <a:gd name="T32" fmla="*/ 56 w 1030"/>
                <a:gd name="T33" fmla="*/ 956 h 1648"/>
                <a:gd name="T34" fmla="*/ 22 w 1030"/>
                <a:gd name="T35" fmla="*/ 987 h 1648"/>
                <a:gd name="T36" fmla="*/ 0 w 1030"/>
                <a:gd name="T37" fmla="*/ 1111 h 1648"/>
                <a:gd name="T38" fmla="*/ 34 w 1030"/>
                <a:gd name="T39" fmla="*/ 1304 h 1648"/>
                <a:gd name="T40" fmla="*/ 257 w 1030"/>
                <a:gd name="T41" fmla="*/ 1270 h 1648"/>
                <a:gd name="T42" fmla="*/ 361 w 1030"/>
                <a:gd name="T43" fmla="*/ 1298 h 1648"/>
                <a:gd name="T44" fmla="*/ 386 w 1030"/>
                <a:gd name="T45" fmla="*/ 1334 h 1648"/>
                <a:gd name="T46" fmla="*/ 356 w 1030"/>
                <a:gd name="T47" fmla="*/ 1492 h 1648"/>
                <a:gd name="T48" fmla="*/ 358 w 1030"/>
                <a:gd name="T49" fmla="*/ 1583 h 1648"/>
                <a:gd name="T50" fmla="*/ 415 w 1030"/>
                <a:gd name="T51" fmla="*/ 1628 h 1648"/>
                <a:gd name="T52" fmla="*/ 535 w 1030"/>
                <a:gd name="T53" fmla="*/ 1647 h 1648"/>
                <a:gd name="T54" fmla="*/ 647 w 1030"/>
                <a:gd name="T55" fmla="*/ 1608 h 1648"/>
                <a:gd name="T56" fmla="*/ 679 w 1030"/>
                <a:gd name="T57" fmla="*/ 1567 h 1648"/>
                <a:gd name="T58" fmla="*/ 649 w 1030"/>
                <a:gd name="T59" fmla="*/ 1408 h 1648"/>
                <a:gd name="T60" fmla="*/ 650 w 1030"/>
                <a:gd name="T61" fmla="*/ 1318 h 1648"/>
                <a:gd name="T62" fmla="*/ 688 w 1030"/>
                <a:gd name="T63" fmla="*/ 1286 h 1648"/>
                <a:gd name="T64" fmla="*/ 829 w 1030"/>
                <a:gd name="T65" fmla="*/ 1272 h 1648"/>
                <a:gd name="T66" fmla="*/ 1005 w 1030"/>
                <a:gd name="T67" fmla="*/ 1264 h 1648"/>
                <a:gd name="T68" fmla="*/ 1029 w 1030"/>
                <a:gd name="T69" fmla="*/ 1055 h 1648"/>
                <a:gd name="T70" fmla="*/ 994 w 1030"/>
                <a:gd name="T71" fmla="*/ 970 h 1648"/>
                <a:gd name="T72" fmla="*/ 948 w 1030"/>
                <a:gd name="T73" fmla="*/ 951 h 1648"/>
                <a:gd name="T74" fmla="*/ 808 w 1030"/>
                <a:gd name="T75" fmla="*/ 982 h 1648"/>
                <a:gd name="T76" fmla="*/ 716 w 1030"/>
                <a:gd name="T77" fmla="*/ 980 h 1648"/>
                <a:gd name="T78" fmla="*/ 671 w 1030"/>
                <a:gd name="T79" fmla="*/ 923 h 1648"/>
                <a:gd name="T80" fmla="*/ 652 w 1030"/>
                <a:gd name="T81" fmla="*/ 803 h 1648"/>
                <a:gd name="T82" fmla="*/ 691 w 1030"/>
                <a:gd name="T83" fmla="*/ 693 h 1648"/>
                <a:gd name="T84" fmla="*/ 733 w 1030"/>
                <a:gd name="T85" fmla="*/ 661 h 1648"/>
                <a:gd name="T86" fmla="*/ 848 w 1030"/>
                <a:gd name="T87" fmla="*/ 679 h 1648"/>
                <a:gd name="T88" fmla="*/ 973 w 1030"/>
                <a:gd name="T89" fmla="*/ 693 h 1648"/>
                <a:gd name="T90" fmla="*/ 1008 w 1030"/>
                <a:gd name="T91" fmla="*/ 661 h 1648"/>
                <a:gd name="T92" fmla="*/ 1030 w 1030"/>
                <a:gd name="T93" fmla="*/ 538 h 1648"/>
                <a:gd name="T94" fmla="*/ 994 w 1030"/>
                <a:gd name="T95" fmla="*/ 344 h 1648"/>
                <a:gd name="T96" fmla="*/ 773 w 1030"/>
                <a:gd name="T97" fmla="*/ 380 h 1648"/>
                <a:gd name="T98" fmla="*/ 669 w 1030"/>
                <a:gd name="T99" fmla="*/ 352 h 1648"/>
                <a:gd name="T100" fmla="*/ 644 w 1030"/>
                <a:gd name="T101" fmla="*/ 314 h 1648"/>
                <a:gd name="T102" fmla="*/ 674 w 1030"/>
                <a:gd name="T103" fmla="*/ 157 h 1648"/>
                <a:gd name="T104" fmla="*/ 672 w 1030"/>
                <a:gd name="T105" fmla="*/ 65 h 1648"/>
                <a:gd name="T106" fmla="*/ 615 w 1030"/>
                <a:gd name="T107" fmla="*/ 20 h 1648"/>
                <a:gd name="T108" fmla="*/ 515 w 1030"/>
                <a:gd name="T109" fmla="*/ 0 h 1648"/>
                <a:gd name="T110" fmla="*/ 398 w 1030"/>
                <a:gd name="T111" fmla="*/ 30 h 1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30" h="1648">
                  <a:moveTo>
                    <a:pt x="369" y="51"/>
                  </a:moveTo>
                  <a:lnTo>
                    <a:pt x="369" y="51"/>
                  </a:lnTo>
                  <a:lnTo>
                    <a:pt x="363" y="59"/>
                  </a:lnTo>
                  <a:lnTo>
                    <a:pt x="358" y="65"/>
                  </a:lnTo>
                  <a:lnTo>
                    <a:pt x="355" y="73"/>
                  </a:lnTo>
                  <a:lnTo>
                    <a:pt x="352" y="81"/>
                  </a:lnTo>
                  <a:lnTo>
                    <a:pt x="349" y="98"/>
                  </a:lnTo>
                  <a:lnTo>
                    <a:pt x="350" y="117"/>
                  </a:lnTo>
                  <a:lnTo>
                    <a:pt x="352" y="137"/>
                  </a:lnTo>
                  <a:lnTo>
                    <a:pt x="356" y="157"/>
                  </a:lnTo>
                  <a:lnTo>
                    <a:pt x="369" y="198"/>
                  </a:lnTo>
                  <a:lnTo>
                    <a:pt x="381" y="240"/>
                  </a:lnTo>
                  <a:lnTo>
                    <a:pt x="386" y="260"/>
                  </a:lnTo>
                  <a:lnTo>
                    <a:pt x="387" y="279"/>
                  </a:lnTo>
                  <a:lnTo>
                    <a:pt x="389" y="297"/>
                  </a:lnTo>
                  <a:lnTo>
                    <a:pt x="386" y="314"/>
                  </a:lnTo>
                  <a:lnTo>
                    <a:pt x="383" y="322"/>
                  </a:lnTo>
                  <a:lnTo>
                    <a:pt x="380" y="330"/>
                  </a:lnTo>
                  <a:lnTo>
                    <a:pt x="375" y="338"/>
                  </a:lnTo>
                  <a:lnTo>
                    <a:pt x="369" y="344"/>
                  </a:lnTo>
                  <a:lnTo>
                    <a:pt x="369" y="344"/>
                  </a:lnTo>
                  <a:lnTo>
                    <a:pt x="361" y="352"/>
                  </a:lnTo>
                  <a:lnTo>
                    <a:pt x="352" y="356"/>
                  </a:lnTo>
                  <a:lnTo>
                    <a:pt x="342" y="363"/>
                  </a:lnTo>
                  <a:lnTo>
                    <a:pt x="331" y="367"/>
                  </a:lnTo>
                  <a:lnTo>
                    <a:pt x="308" y="374"/>
                  </a:lnTo>
                  <a:lnTo>
                    <a:pt x="283" y="377"/>
                  </a:lnTo>
                  <a:lnTo>
                    <a:pt x="257" y="380"/>
                  </a:lnTo>
                  <a:lnTo>
                    <a:pt x="229" y="378"/>
                  </a:lnTo>
                  <a:lnTo>
                    <a:pt x="201" y="377"/>
                  </a:lnTo>
                  <a:lnTo>
                    <a:pt x="173" y="374"/>
                  </a:lnTo>
                  <a:lnTo>
                    <a:pt x="120" y="364"/>
                  </a:lnTo>
                  <a:lnTo>
                    <a:pt x="76" y="355"/>
                  </a:lnTo>
                  <a:lnTo>
                    <a:pt x="34" y="344"/>
                  </a:lnTo>
                  <a:lnTo>
                    <a:pt x="34" y="344"/>
                  </a:lnTo>
                  <a:lnTo>
                    <a:pt x="23" y="386"/>
                  </a:lnTo>
                  <a:lnTo>
                    <a:pt x="14" y="430"/>
                  </a:lnTo>
                  <a:lnTo>
                    <a:pt x="5" y="481"/>
                  </a:lnTo>
                  <a:lnTo>
                    <a:pt x="2" y="509"/>
                  </a:lnTo>
                  <a:lnTo>
                    <a:pt x="0" y="538"/>
                  </a:lnTo>
                  <a:lnTo>
                    <a:pt x="0" y="565"/>
                  </a:lnTo>
                  <a:lnTo>
                    <a:pt x="2" y="593"/>
                  </a:lnTo>
                  <a:lnTo>
                    <a:pt x="6" y="618"/>
                  </a:lnTo>
                  <a:lnTo>
                    <a:pt x="12" y="641"/>
                  </a:lnTo>
                  <a:lnTo>
                    <a:pt x="17" y="652"/>
                  </a:lnTo>
                  <a:lnTo>
                    <a:pt x="22" y="661"/>
                  </a:lnTo>
                  <a:lnTo>
                    <a:pt x="28" y="671"/>
                  </a:lnTo>
                  <a:lnTo>
                    <a:pt x="34" y="679"/>
                  </a:lnTo>
                  <a:lnTo>
                    <a:pt x="34" y="679"/>
                  </a:lnTo>
                  <a:lnTo>
                    <a:pt x="42" y="683"/>
                  </a:lnTo>
                  <a:lnTo>
                    <a:pt x="48" y="688"/>
                  </a:lnTo>
                  <a:lnTo>
                    <a:pt x="56" y="693"/>
                  </a:lnTo>
                  <a:lnTo>
                    <a:pt x="64" y="696"/>
                  </a:lnTo>
                  <a:lnTo>
                    <a:pt x="81" y="697"/>
                  </a:lnTo>
                  <a:lnTo>
                    <a:pt x="100" y="697"/>
                  </a:lnTo>
                  <a:lnTo>
                    <a:pt x="120" y="694"/>
                  </a:lnTo>
                  <a:lnTo>
                    <a:pt x="140" y="689"/>
                  </a:lnTo>
                  <a:lnTo>
                    <a:pt x="181" y="679"/>
                  </a:lnTo>
                  <a:lnTo>
                    <a:pt x="181" y="679"/>
                  </a:lnTo>
                  <a:lnTo>
                    <a:pt x="223" y="666"/>
                  </a:lnTo>
                  <a:lnTo>
                    <a:pt x="243" y="661"/>
                  </a:lnTo>
                  <a:lnTo>
                    <a:pt x="261" y="658"/>
                  </a:lnTo>
                  <a:lnTo>
                    <a:pt x="280" y="658"/>
                  </a:lnTo>
                  <a:lnTo>
                    <a:pt x="297" y="661"/>
                  </a:lnTo>
                  <a:lnTo>
                    <a:pt x="305" y="663"/>
                  </a:lnTo>
                  <a:lnTo>
                    <a:pt x="313" y="668"/>
                  </a:lnTo>
                  <a:lnTo>
                    <a:pt x="321" y="672"/>
                  </a:lnTo>
                  <a:lnTo>
                    <a:pt x="327" y="679"/>
                  </a:lnTo>
                  <a:lnTo>
                    <a:pt x="327" y="679"/>
                  </a:lnTo>
                  <a:lnTo>
                    <a:pt x="339" y="693"/>
                  </a:lnTo>
                  <a:lnTo>
                    <a:pt x="350" y="708"/>
                  </a:lnTo>
                  <a:lnTo>
                    <a:pt x="358" y="725"/>
                  </a:lnTo>
                  <a:lnTo>
                    <a:pt x="366" y="742"/>
                  </a:lnTo>
                  <a:lnTo>
                    <a:pt x="372" y="763"/>
                  </a:lnTo>
                  <a:lnTo>
                    <a:pt x="375" y="783"/>
                  </a:lnTo>
                  <a:lnTo>
                    <a:pt x="378" y="803"/>
                  </a:lnTo>
                  <a:lnTo>
                    <a:pt x="378" y="825"/>
                  </a:lnTo>
                  <a:lnTo>
                    <a:pt x="378" y="845"/>
                  </a:lnTo>
                  <a:lnTo>
                    <a:pt x="375" y="865"/>
                  </a:lnTo>
                  <a:lnTo>
                    <a:pt x="372" y="886"/>
                  </a:lnTo>
                  <a:lnTo>
                    <a:pt x="366" y="906"/>
                  </a:lnTo>
                  <a:lnTo>
                    <a:pt x="358" y="923"/>
                  </a:lnTo>
                  <a:lnTo>
                    <a:pt x="350" y="940"/>
                  </a:lnTo>
                  <a:lnTo>
                    <a:pt x="339" y="956"/>
                  </a:lnTo>
                  <a:lnTo>
                    <a:pt x="327" y="970"/>
                  </a:lnTo>
                  <a:lnTo>
                    <a:pt x="327" y="970"/>
                  </a:lnTo>
                  <a:lnTo>
                    <a:pt x="321" y="976"/>
                  </a:lnTo>
                  <a:lnTo>
                    <a:pt x="313" y="980"/>
                  </a:lnTo>
                  <a:lnTo>
                    <a:pt x="305" y="985"/>
                  </a:lnTo>
                  <a:lnTo>
                    <a:pt x="297" y="987"/>
                  </a:lnTo>
                  <a:lnTo>
                    <a:pt x="280" y="990"/>
                  </a:lnTo>
                  <a:lnTo>
                    <a:pt x="261" y="990"/>
                  </a:lnTo>
                  <a:lnTo>
                    <a:pt x="243" y="987"/>
                  </a:lnTo>
                  <a:lnTo>
                    <a:pt x="223" y="982"/>
                  </a:lnTo>
                  <a:lnTo>
                    <a:pt x="181" y="970"/>
                  </a:lnTo>
                  <a:lnTo>
                    <a:pt x="181" y="970"/>
                  </a:lnTo>
                  <a:lnTo>
                    <a:pt x="140" y="959"/>
                  </a:lnTo>
                  <a:lnTo>
                    <a:pt x="120" y="954"/>
                  </a:lnTo>
                  <a:lnTo>
                    <a:pt x="100" y="951"/>
                  </a:lnTo>
                  <a:lnTo>
                    <a:pt x="81" y="951"/>
                  </a:lnTo>
                  <a:lnTo>
                    <a:pt x="64" y="954"/>
                  </a:lnTo>
                  <a:lnTo>
                    <a:pt x="56" y="956"/>
                  </a:lnTo>
                  <a:lnTo>
                    <a:pt x="48" y="960"/>
                  </a:lnTo>
                  <a:lnTo>
                    <a:pt x="42" y="965"/>
                  </a:lnTo>
                  <a:lnTo>
                    <a:pt x="34" y="970"/>
                  </a:lnTo>
                  <a:lnTo>
                    <a:pt x="34" y="970"/>
                  </a:lnTo>
                  <a:lnTo>
                    <a:pt x="28" y="977"/>
                  </a:lnTo>
                  <a:lnTo>
                    <a:pt x="22" y="987"/>
                  </a:lnTo>
                  <a:lnTo>
                    <a:pt x="17" y="996"/>
                  </a:lnTo>
                  <a:lnTo>
                    <a:pt x="12" y="1007"/>
                  </a:lnTo>
                  <a:lnTo>
                    <a:pt x="6" y="1030"/>
                  </a:lnTo>
                  <a:lnTo>
                    <a:pt x="2" y="1055"/>
                  </a:lnTo>
                  <a:lnTo>
                    <a:pt x="0" y="1083"/>
                  </a:lnTo>
                  <a:lnTo>
                    <a:pt x="0" y="1111"/>
                  </a:lnTo>
                  <a:lnTo>
                    <a:pt x="2" y="1139"/>
                  </a:lnTo>
                  <a:lnTo>
                    <a:pt x="5" y="1167"/>
                  </a:lnTo>
                  <a:lnTo>
                    <a:pt x="14" y="1219"/>
                  </a:lnTo>
                  <a:lnTo>
                    <a:pt x="23" y="1264"/>
                  </a:lnTo>
                  <a:lnTo>
                    <a:pt x="34" y="1304"/>
                  </a:lnTo>
                  <a:lnTo>
                    <a:pt x="34" y="1304"/>
                  </a:lnTo>
                  <a:lnTo>
                    <a:pt x="76" y="1293"/>
                  </a:lnTo>
                  <a:lnTo>
                    <a:pt x="120" y="1284"/>
                  </a:lnTo>
                  <a:lnTo>
                    <a:pt x="173" y="1275"/>
                  </a:lnTo>
                  <a:lnTo>
                    <a:pt x="201" y="1272"/>
                  </a:lnTo>
                  <a:lnTo>
                    <a:pt x="229" y="1270"/>
                  </a:lnTo>
                  <a:lnTo>
                    <a:pt x="257" y="1270"/>
                  </a:lnTo>
                  <a:lnTo>
                    <a:pt x="283" y="1272"/>
                  </a:lnTo>
                  <a:lnTo>
                    <a:pt x="308" y="1275"/>
                  </a:lnTo>
                  <a:lnTo>
                    <a:pt x="331" y="1281"/>
                  </a:lnTo>
                  <a:lnTo>
                    <a:pt x="342" y="1286"/>
                  </a:lnTo>
                  <a:lnTo>
                    <a:pt x="352" y="1292"/>
                  </a:lnTo>
                  <a:lnTo>
                    <a:pt x="361" y="1298"/>
                  </a:lnTo>
                  <a:lnTo>
                    <a:pt x="369" y="1304"/>
                  </a:lnTo>
                  <a:lnTo>
                    <a:pt x="369" y="1304"/>
                  </a:lnTo>
                  <a:lnTo>
                    <a:pt x="375" y="1310"/>
                  </a:lnTo>
                  <a:lnTo>
                    <a:pt x="380" y="1318"/>
                  </a:lnTo>
                  <a:lnTo>
                    <a:pt x="383" y="1326"/>
                  </a:lnTo>
                  <a:lnTo>
                    <a:pt x="386" y="1334"/>
                  </a:lnTo>
                  <a:lnTo>
                    <a:pt x="389" y="1351"/>
                  </a:lnTo>
                  <a:lnTo>
                    <a:pt x="387" y="1370"/>
                  </a:lnTo>
                  <a:lnTo>
                    <a:pt x="386" y="1388"/>
                  </a:lnTo>
                  <a:lnTo>
                    <a:pt x="381" y="1408"/>
                  </a:lnTo>
                  <a:lnTo>
                    <a:pt x="369" y="1450"/>
                  </a:lnTo>
                  <a:lnTo>
                    <a:pt x="356" y="1492"/>
                  </a:lnTo>
                  <a:lnTo>
                    <a:pt x="352" y="1511"/>
                  </a:lnTo>
                  <a:lnTo>
                    <a:pt x="350" y="1531"/>
                  </a:lnTo>
                  <a:lnTo>
                    <a:pt x="349" y="1550"/>
                  </a:lnTo>
                  <a:lnTo>
                    <a:pt x="352" y="1567"/>
                  </a:lnTo>
                  <a:lnTo>
                    <a:pt x="355" y="1575"/>
                  </a:lnTo>
                  <a:lnTo>
                    <a:pt x="358" y="1583"/>
                  </a:lnTo>
                  <a:lnTo>
                    <a:pt x="363" y="1589"/>
                  </a:lnTo>
                  <a:lnTo>
                    <a:pt x="369" y="1597"/>
                  </a:lnTo>
                  <a:lnTo>
                    <a:pt x="369" y="1597"/>
                  </a:lnTo>
                  <a:lnTo>
                    <a:pt x="383" y="1608"/>
                  </a:lnTo>
                  <a:lnTo>
                    <a:pt x="398" y="1619"/>
                  </a:lnTo>
                  <a:lnTo>
                    <a:pt x="415" y="1628"/>
                  </a:lnTo>
                  <a:lnTo>
                    <a:pt x="434" y="1636"/>
                  </a:lnTo>
                  <a:lnTo>
                    <a:pt x="453" y="1640"/>
                  </a:lnTo>
                  <a:lnTo>
                    <a:pt x="473" y="1645"/>
                  </a:lnTo>
                  <a:lnTo>
                    <a:pt x="493" y="1647"/>
                  </a:lnTo>
                  <a:lnTo>
                    <a:pt x="515" y="1648"/>
                  </a:lnTo>
                  <a:lnTo>
                    <a:pt x="535" y="1647"/>
                  </a:lnTo>
                  <a:lnTo>
                    <a:pt x="557" y="1645"/>
                  </a:lnTo>
                  <a:lnTo>
                    <a:pt x="576" y="1640"/>
                  </a:lnTo>
                  <a:lnTo>
                    <a:pt x="596" y="1636"/>
                  </a:lnTo>
                  <a:lnTo>
                    <a:pt x="615" y="1628"/>
                  </a:lnTo>
                  <a:lnTo>
                    <a:pt x="632" y="1619"/>
                  </a:lnTo>
                  <a:lnTo>
                    <a:pt x="647" y="1608"/>
                  </a:lnTo>
                  <a:lnTo>
                    <a:pt x="661" y="1597"/>
                  </a:lnTo>
                  <a:lnTo>
                    <a:pt x="661" y="1597"/>
                  </a:lnTo>
                  <a:lnTo>
                    <a:pt x="666" y="1589"/>
                  </a:lnTo>
                  <a:lnTo>
                    <a:pt x="672" y="1583"/>
                  </a:lnTo>
                  <a:lnTo>
                    <a:pt x="675" y="1575"/>
                  </a:lnTo>
                  <a:lnTo>
                    <a:pt x="679" y="1567"/>
                  </a:lnTo>
                  <a:lnTo>
                    <a:pt x="680" y="1550"/>
                  </a:lnTo>
                  <a:lnTo>
                    <a:pt x="680" y="1531"/>
                  </a:lnTo>
                  <a:lnTo>
                    <a:pt x="677" y="1511"/>
                  </a:lnTo>
                  <a:lnTo>
                    <a:pt x="674" y="1492"/>
                  </a:lnTo>
                  <a:lnTo>
                    <a:pt x="661" y="1450"/>
                  </a:lnTo>
                  <a:lnTo>
                    <a:pt x="649" y="1408"/>
                  </a:lnTo>
                  <a:lnTo>
                    <a:pt x="644" y="1388"/>
                  </a:lnTo>
                  <a:lnTo>
                    <a:pt x="641" y="1370"/>
                  </a:lnTo>
                  <a:lnTo>
                    <a:pt x="641" y="1351"/>
                  </a:lnTo>
                  <a:lnTo>
                    <a:pt x="644" y="1334"/>
                  </a:lnTo>
                  <a:lnTo>
                    <a:pt x="647" y="1326"/>
                  </a:lnTo>
                  <a:lnTo>
                    <a:pt x="650" y="1318"/>
                  </a:lnTo>
                  <a:lnTo>
                    <a:pt x="655" y="1310"/>
                  </a:lnTo>
                  <a:lnTo>
                    <a:pt x="661" y="1304"/>
                  </a:lnTo>
                  <a:lnTo>
                    <a:pt x="661" y="1304"/>
                  </a:lnTo>
                  <a:lnTo>
                    <a:pt x="669" y="1298"/>
                  </a:lnTo>
                  <a:lnTo>
                    <a:pt x="677" y="1292"/>
                  </a:lnTo>
                  <a:lnTo>
                    <a:pt x="688" y="1286"/>
                  </a:lnTo>
                  <a:lnTo>
                    <a:pt x="697" y="1281"/>
                  </a:lnTo>
                  <a:lnTo>
                    <a:pt x="721" y="1275"/>
                  </a:lnTo>
                  <a:lnTo>
                    <a:pt x="747" y="1272"/>
                  </a:lnTo>
                  <a:lnTo>
                    <a:pt x="773" y="1270"/>
                  </a:lnTo>
                  <a:lnTo>
                    <a:pt x="801" y="1270"/>
                  </a:lnTo>
                  <a:lnTo>
                    <a:pt x="829" y="1272"/>
                  </a:lnTo>
                  <a:lnTo>
                    <a:pt x="857" y="1275"/>
                  </a:lnTo>
                  <a:lnTo>
                    <a:pt x="910" y="1284"/>
                  </a:lnTo>
                  <a:lnTo>
                    <a:pt x="954" y="1293"/>
                  </a:lnTo>
                  <a:lnTo>
                    <a:pt x="994" y="1304"/>
                  </a:lnTo>
                  <a:lnTo>
                    <a:pt x="994" y="1304"/>
                  </a:lnTo>
                  <a:lnTo>
                    <a:pt x="1005" y="1264"/>
                  </a:lnTo>
                  <a:lnTo>
                    <a:pt x="1016" y="1219"/>
                  </a:lnTo>
                  <a:lnTo>
                    <a:pt x="1024" y="1167"/>
                  </a:lnTo>
                  <a:lnTo>
                    <a:pt x="1027" y="1139"/>
                  </a:lnTo>
                  <a:lnTo>
                    <a:pt x="1030" y="1111"/>
                  </a:lnTo>
                  <a:lnTo>
                    <a:pt x="1030" y="1083"/>
                  </a:lnTo>
                  <a:lnTo>
                    <a:pt x="1029" y="1055"/>
                  </a:lnTo>
                  <a:lnTo>
                    <a:pt x="1024" y="1030"/>
                  </a:lnTo>
                  <a:lnTo>
                    <a:pt x="1018" y="1007"/>
                  </a:lnTo>
                  <a:lnTo>
                    <a:pt x="1013" y="996"/>
                  </a:lnTo>
                  <a:lnTo>
                    <a:pt x="1008" y="987"/>
                  </a:lnTo>
                  <a:lnTo>
                    <a:pt x="1002" y="977"/>
                  </a:lnTo>
                  <a:lnTo>
                    <a:pt x="994" y="970"/>
                  </a:lnTo>
                  <a:lnTo>
                    <a:pt x="994" y="970"/>
                  </a:lnTo>
                  <a:lnTo>
                    <a:pt x="988" y="965"/>
                  </a:lnTo>
                  <a:lnTo>
                    <a:pt x="980" y="960"/>
                  </a:lnTo>
                  <a:lnTo>
                    <a:pt x="973" y="956"/>
                  </a:lnTo>
                  <a:lnTo>
                    <a:pt x="965" y="954"/>
                  </a:lnTo>
                  <a:lnTo>
                    <a:pt x="948" y="951"/>
                  </a:lnTo>
                  <a:lnTo>
                    <a:pt x="931" y="951"/>
                  </a:lnTo>
                  <a:lnTo>
                    <a:pt x="910" y="954"/>
                  </a:lnTo>
                  <a:lnTo>
                    <a:pt x="890" y="959"/>
                  </a:lnTo>
                  <a:lnTo>
                    <a:pt x="848" y="970"/>
                  </a:lnTo>
                  <a:lnTo>
                    <a:pt x="848" y="970"/>
                  </a:lnTo>
                  <a:lnTo>
                    <a:pt x="808" y="982"/>
                  </a:lnTo>
                  <a:lnTo>
                    <a:pt x="787" y="987"/>
                  </a:lnTo>
                  <a:lnTo>
                    <a:pt x="767" y="990"/>
                  </a:lnTo>
                  <a:lnTo>
                    <a:pt x="750" y="990"/>
                  </a:lnTo>
                  <a:lnTo>
                    <a:pt x="733" y="987"/>
                  </a:lnTo>
                  <a:lnTo>
                    <a:pt x="724" y="985"/>
                  </a:lnTo>
                  <a:lnTo>
                    <a:pt x="716" y="980"/>
                  </a:lnTo>
                  <a:lnTo>
                    <a:pt x="710" y="976"/>
                  </a:lnTo>
                  <a:lnTo>
                    <a:pt x="703" y="970"/>
                  </a:lnTo>
                  <a:lnTo>
                    <a:pt x="703" y="970"/>
                  </a:lnTo>
                  <a:lnTo>
                    <a:pt x="691" y="956"/>
                  </a:lnTo>
                  <a:lnTo>
                    <a:pt x="680" y="940"/>
                  </a:lnTo>
                  <a:lnTo>
                    <a:pt x="671" y="923"/>
                  </a:lnTo>
                  <a:lnTo>
                    <a:pt x="664" y="906"/>
                  </a:lnTo>
                  <a:lnTo>
                    <a:pt x="658" y="886"/>
                  </a:lnTo>
                  <a:lnTo>
                    <a:pt x="654" y="865"/>
                  </a:lnTo>
                  <a:lnTo>
                    <a:pt x="652" y="845"/>
                  </a:lnTo>
                  <a:lnTo>
                    <a:pt x="650" y="825"/>
                  </a:lnTo>
                  <a:lnTo>
                    <a:pt x="652" y="803"/>
                  </a:lnTo>
                  <a:lnTo>
                    <a:pt x="654" y="783"/>
                  </a:lnTo>
                  <a:lnTo>
                    <a:pt x="658" y="763"/>
                  </a:lnTo>
                  <a:lnTo>
                    <a:pt x="664" y="742"/>
                  </a:lnTo>
                  <a:lnTo>
                    <a:pt x="671" y="725"/>
                  </a:lnTo>
                  <a:lnTo>
                    <a:pt x="680" y="708"/>
                  </a:lnTo>
                  <a:lnTo>
                    <a:pt x="691" y="693"/>
                  </a:lnTo>
                  <a:lnTo>
                    <a:pt x="703" y="679"/>
                  </a:lnTo>
                  <a:lnTo>
                    <a:pt x="703" y="679"/>
                  </a:lnTo>
                  <a:lnTo>
                    <a:pt x="710" y="672"/>
                  </a:lnTo>
                  <a:lnTo>
                    <a:pt x="716" y="668"/>
                  </a:lnTo>
                  <a:lnTo>
                    <a:pt x="724" y="663"/>
                  </a:lnTo>
                  <a:lnTo>
                    <a:pt x="733" y="661"/>
                  </a:lnTo>
                  <a:lnTo>
                    <a:pt x="750" y="658"/>
                  </a:lnTo>
                  <a:lnTo>
                    <a:pt x="767" y="658"/>
                  </a:lnTo>
                  <a:lnTo>
                    <a:pt x="787" y="661"/>
                  </a:lnTo>
                  <a:lnTo>
                    <a:pt x="808" y="666"/>
                  </a:lnTo>
                  <a:lnTo>
                    <a:pt x="848" y="679"/>
                  </a:lnTo>
                  <a:lnTo>
                    <a:pt x="848" y="679"/>
                  </a:lnTo>
                  <a:lnTo>
                    <a:pt x="890" y="689"/>
                  </a:lnTo>
                  <a:lnTo>
                    <a:pt x="910" y="694"/>
                  </a:lnTo>
                  <a:lnTo>
                    <a:pt x="931" y="697"/>
                  </a:lnTo>
                  <a:lnTo>
                    <a:pt x="948" y="697"/>
                  </a:lnTo>
                  <a:lnTo>
                    <a:pt x="965" y="696"/>
                  </a:lnTo>
                  <a:lnTo>
                    <a:pt x="973" y="693"/>
                  </a:lnTo>
                  <a:lnTo>
                    <a:pt x="980" y="688"/>
                  </a:lnTo>
                  <a:lnTo>
                    <a:pt x="988" y="683"/>
                  </a:lnTo>
                  <a:lnTo>
                    <a:pt x="994" y="679"/>
                  </a:lnTo>
                  <a:lnTo>
                    <a:pt x="994" y="679"/>
                  </a:lnTo>
                  <a:lnTo>
                    <a:pt x="1002" y="671"/>
                  </a:lnTo>
                  <a:lnTo>
                    <a:pt x="1008" y="661"/>
                  </a:lnTo>
                  <a:lnTo>
                    <a:pt x="1013" y="652"/>
                  </a:lnTo>
                  <a:lnTo>
                    <a:pt x="1018" y="641"/>
                  </a:lnTo>
                  <a:lnTo>
                    <a:pt x="1024" y="618"/>
                  </a:lnTo>
                  <a:lnTo>
                    <a:pt x="1029" y="593"/>
                  </a:lnTo>
                  <a:lnTo>
                    <a:pt x="1030" y="565"/>
                  </a:lnTo>
                  <a:lnTo>
                    <a:pt x="1030" y="538"/>
                  </a:lnTo>
                  <a:lnTo>
                    <a:pt x="1027" y="509"/>
                  </a:lnTo>
                  <a:lnTo>
                    <a:pt x="1024" y="481"/>
                  </a:lnTo>
                  <a:lnTo>
                    <a:pt x="1016" y="430"/>
                  </a:lnTo>
                  <a:lnTo>
                    <a:pt x="1005" y="386"/>
                  </a:lnTo>
                  <a:lnTo>
                    <a:pt x="994" y="344"/>
                  </a:lnTo>
                  <a:lnTo>
                    <a:pt x="994" y="344"/>
                  </a:lnTo>
                  <a:lnTo>
                    <a:pt x="954" y="355"/>
                  </a:lnTo>
                  <a:lnTo>
                    <a:pt x="910" y="364"/>
                  </a:lnTo>
                  <a:lnTo>
                    <a:pt x="857" y="374"/>
                  </a:lnTo>
                  <a:lnTo>
                    <a:pt x="829" y="377"/>
                  </a:lnTo>
                  <a:lnTo>
                    <a:pt x="801" y="378"/>
                  </a:lnTo>
                  <a:lnTo>
                    <a:pt x="773" y="380"/>
                  </a:lnTo>
                  <a:lnTo>
                    <a:pt x="747" y="377"/>
                  </a:lnTo>
                  <a:lnTo>
                    <a:pt x="721" y="374"/>
                  </a:lnTo>
                  <a:lnTo>
                    <a:pt x="697" y="367"/>
                  </a:lnTo>
                  <a:lnTo>
                    <a:pt x="688" y="363"/>
                  </a:lnTo>
                  <a:lnTo>
                    <a:pt x="677" y="356"/>
                  </a:lnTo>
                  <a:lnTo>
                    <a:pt x="669" y="352"/>
                  </a:lnTo>
                  <a:lnTo>
                    <a:pt x="661" y="344"/>
                  </a:lnTo>
                  <a:lnTo>
                    <a:pt x="661" y="344"/>
                  </a:lnTo>
                  <a:lnTo>
                    <a:pt x="655" y="338"/>
                  </a:lnTo>
                  <a:lnTo>
                    <a:pt x="650" y="330"/>
                  </a:lnTo>
                  <a:lnTo>
                    <a:pt x="647" y="322"/>
                  </a:lnTo>
                  <a:lnTo>
                    <a:pt x="644" y="314"/>
                  </a:lnTo>
                  <a:lnTo>
                    <a:pt x="641" y="297"/>
                  </a:lnTo>
                  <a:lnTo>
                    <a:pt x="641" y="279"/>
                  </a:lnTo>
                  <a:lnTo>
                    <a:pt x="644" y="260"/>
                  </a:lnTo>
                  <a:lnTo>
                    <a:pt x="649" y="240"/>
                  </a:lnTo>
                  <a:lnTo>
                    <a:pt x="661" y="198"/>
                  </a:lnTo>
                  <a:lnTo>
                    <a:pt x="674" y="157"/>
                  </a:lnTo>
                  <a:lnTo>
                    <a:pt x="677" y="137"/>
                  </a:lnTo>
                  <a:lnTo>
                    <a:pt x="680" y="117"/>
                  </a:lnTo>
                  <a:lnTo>
                    <a:pt x="680" y="98"/>
                  </a:lnTo>
                  <a:lnTo>
                    <a:pt x="679" y="81"/>
                  </a:lnTo>
                  <a:lnTo>
                    <a:pt x="675" y="73"/>
                  </a:lnTo>
                  <a:lnTo>
                    <a:pt x="672" y="65"/>
                  </a:lnTo>
                  <a:lnTo>
                    <a:pt x="666" y="59"/>
                  </a:lnTo>
                  <a:lnTo>
                    <a:pt x="661" y="51"/>
                  </a:lnTo>
                  <a:lnTo>
                    <a:pt x="661" y="51"/>
                  </a:lnTo>
                  <a:lnTo>
                    <a:pt x="647" y="40"/>
                  </a:lnTo>
                  <a:lnTo>
                    <a:pt x="632" y="30"/>
                  </a:lnTo>
                  <a:lnTo>
                    <a:pt x="615" y="20"/>
                  </a:lnTo>
                  <a:lnTo>
                    <a:pt x="596" y="12"/>
                  </a:lnTo>
                  <a:lnTo>
                    <a:pt x="576" y="8"/>
                  </a:lnTo>
                  <a:lnTo>
                    <a:pt x="557" y="3"/>
                  </a:lnTo>
                  <a:lnTo>
                    <a:pt x="535" y="2"/>
                  </a:lnTo>
                  <a:lnTo>
                    <a:pt x="515" y="0"/>
                  </a:lnTo>
                  <a:lnTo>
                    <a:pt x="515" y="0"/>
                  </a:lnTo>
                  <a:lnTo>
                    <a:pt x="493" y="2"/>
                  </a:lnTo>
                  <a:lnTo>
                    <a:pt x="473" y="3"/>
                  </a:lnTo>
                  <a:lnTo>
                    <a:pt x="453" y="8"/>
                  </a:lnTo>
                  <a:lnTo>
                    <a:pt x="434" y="12"/>
                  </a:lnTo>
                  <a:lnTo>
                    <a:pt x="415" y="20"/>
                  </a:lnTo>
                  <a:lnTo>
                    <a:pt x="398" y="30"/>
                  </a:lnTo>
                  <a:lnTo>
                    <a:pt x="383" y="40"/>
                  </a:lnTo>
                  <a:lnTo>
                    <a:pt x="369" y="51"/>
                  </a:lnTo>
                  <a:close/>
                </a:path>
              </a:pathLst>
            </a:custGeom>
            <a:gradFill flip="none" rotWithShape="1">
              <a:gsLst>
                <a:gs pos="9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2"/>
            <p:cNvSpPr/>
            <p:nvPr>
              <p:custDataLst>
                <p:tags r:id="rId11"/>
              </p:custDataLst>
            </p:nvPr>
          </p:nvSpPr>
          <p:spPr bwMode="auto">
            <a:xfrm flipH="1" flipV="1">
              <a:off x="11017547" y="6209916"/>
              <a:ext cx="868932" cy="544270"/>
            </a:xfrm>
            <a:custGeom>
              <a:avLst/>
              <a:gdLst>
                <a:gd name="T0" fmla="*/ 952 w 1646"/>
                <a:gd name="T1" fmla="*/ 66 h 1031"/>
                <a:gd name="T2" fmla="*/ 982 w 1646"/>
                <a:gd name="T3" fmla="*/ 224 h 1031"/>
                <a:gd name="T4" fmla="*/ 980 w 1646"/>
                <a:gd name="T5" fmla="*/ 315 h 1031"/>
                <a:gd name="T6" fmla="*/ 923 w 1646"/>
                <a:gd name="T7" fmla="*/ 360 h 1031"/>
                <a:gd name="T8" fmla="*/ 801 w 1646"/>
                <a:gd name="T9" fmla="*/ 379 h 1031"/>
                <a:gd name="T10" fmla="*/ 691 w 1646"/>
                <a:gd name="T11" fmla="*/ 340 h 1031"/>
                <a:gd name="T12" fmla="*/ 660 w 1646"/>
                <a:gd name="T13" fmla="*/ 299 h 1031"/>
                <a:gd name="T14" fmla="*/ 689 w 1646"/>
                <a:gd name="T15" fmla="*/ 140 h 1031"/>
                <a:gd name="T16" fmla="*/ 688 w 1646"/>
                <a:gd name="T17" fmla="*/ 50 h 1031"/>
                <a:gd name="T18" fmla="*/ 650 w 1646"/>
                <a:gd name="T19" fmla="*/ 18 h 1031"/>
                <a:gd name="T20" fmla="*/ 509 w 1646"/>
                <a:gd name="T21" fmla="*/ 4 h 1031"/>
                <a:gd name="T22" fmla="*/ 355 w 1646"/>
                <a:gd name="T23" fmla="*/ 77 h 1031"/>
                <a:gd name="T24" fmla="*/ 376 w 1646"/>
                <a:gd name="T25" fmla="*/ 285 h 1031"/>
                <a:gd name="T26" fmla="*/ 342 w 1646"/>
                <a:gd name="T27" fmla="*/ 371 h 1031"/>
                <a:gd name="T28" fmla="*/ 296 w 1646"/>
                <a:gd name="T29" fmla="*/ 389 h 1031"/>
                <a:gd name="T30" fmla="*/ 155 w 1646"/>
                <a:gd name="T31" fmla="*/ 358 h 1031"/>
                <a:gd name="T32" fmla="*/ 65 w 1646"/>
                <a:gd name="T33" fmla="*/ 360 h 1031"/>
                <a:gd name="T34" fmla="*/ 19 w 1646"/>
                <a:gd name="T35" fmla="*/ 416 h 1031"/>
                <a:gd name="T36" fmla="*/ 0 w 1646"/>
                <a:gd name="T37" fmla="*/ 537 h 1031"/>
                <a:gd name="T38" fmla="*/ 39 w 1646"/>
                <a:gd name="T39" fmla="*/ 648 h 1031"/>
                <a:gd name="T40" fmla="*/ 81 w 1646"/>
                <a:gd name="T41" fmla="*/ 679 h 1031"/>
                <a:gd name="T42" fmla="*/ 197 w 1646"/>
                <a:gd name="T43" fmla="*/ 662 h 1031"/>
                <a:gd name="T44" fmla="*/ 322 w 1646"/>
                <a:gd name="T45" fmla="*/ 648 h 1031"/>
                <a:gd name="T46" fmla="*/ 356 w 1646"/>
                <a:gd name="T47" fmla="*/ 679 h 1031"/>
                <a:gd name="T48" fmla="*/ 378 w 1646"/>
                <a:gd name="T49" fmla="*/ 802 h 1031"/>
                <a:gd name="T50" fmla="*/ 342 w 1646"/>
                <a:gd name="T51" fmla="*/ 996 h 1031"/>
                <a:gd name="T52" fmla="*/ 565 w 1646"/>
                <a:gd name="T53" fmla="*/ 1031 h 1031"/>
                <a:gd name="T54" fmla="*/ 669 w 1646"/>
                <a:gd name="T55" fmla="*/ 1003 h 1031"/>
                <a:gd name="T56" fmla="*/ 694 w 1646"/>
                <a:gd name="T57" fmla="*/ 967 h 1031"/>
                <a:gd name="T58" fmla="*/ 664 w 1646"/>
                <a:gd name="T59" fmla="*/ 808 h 1031"/>
                <a:gd name="T60" fmla="*/ 666 w 1646"/>
                <a:gd name="T61" fmla="*/ 718 h 1031"/>
                <a:gd name="T62" fmla="*/ 723 w 1646"/>
                <a:gd name="T63" fmla="*/ 673 h 1031"/>
                <a:gd name="T64" fmla="*/ 843 w 1646"/>
                <a:gd name="T65" fmla="*/ 652 h 1031"/>
                <a:gd name="T66" fmla="*/ 955 w 1646"/>
                <a:gd name="T67" fmla="*/ 691 h 1031"/>
                <a:gd name="T68" fmla="*/ 987 w 1646"/>
                <a:gd name="T69" fmla="*/ 733 h 1031"/>
                <a:gd name="T70" fmla="*/ 957 w 1646"/>
                <a:gd name="T71" fmla="*/ 892 h 1031"/>
                <a:gd name="T72" fmla="*/ 958 w 1646"/>
                <a:gd name="T73" fmla="*/ 982 h 1031"/>
                <a:gd name="T74" fmla="*/ 996 w 1646"/>
                <a:gd name="T75" fmla="*/ 1014 h 1031"/>
                <a:gd name="T76" fmla="*/ 1137 w 1646"/>
                <a:gd name="T77" fmla="*/ 1029 h 1031"/>
                <a:gd name="T78" fmla="*/ 1292 w 1646"/>
                <a:gd name="T79" fmla="*/ 954 h 1031"/>
                <a:gd name="T80" fmla="*/ 1270 w 1646"/>
                <a:gd name="T81" fmla="*/ 747 h 1031"/>
                <a:gd name="T82" fmla="*/ 1302 w 1646"/>
                <a:gd name="T83" fmla="*/ 662 h 1031"/>
                <a:gd name="T84" fmla="*/ 1349 w 1646"/>
                <a:gd name="T85" fmla="*/ 643 h 1031"/>
                <a:gd name="T86" fmla="*/ 1491 w 1646"/>
                <a:gd name="T87" fmla="*/ 674 h 1031"/>
                <a:gd name="T88" fmla="*/ 1581 w 1646"/>
                <a:gd name="T89" fmla="*/ 673 h 1031"/>
                <a:gd name="T90" fmla="*/ 1626 w 1646"/>
                <a:gd name="T91" fmla="*/ 615 h 1031"/>
                <a:gd name="T92" fmla="*/ 1646 w 1646"/>
                <a:gd name="T93" fmla="*/ 495 h 1031"/>
                <a:gd name="T94" fmla="*/ 1607 w 1646"/>
                <a:gd name="T95" fmla="*/ 383 h 1031"/>
                <a:gd name="T96" fmla="*/ 1565 w 1646"/>
                <a:gd name="T97" fmla="*/ 354 h 1031"/>
                <a:gd name="T98" fmla="*/ 1449 w 1646"/>
                <a:gd name="T99" fmla="*/ 371 h 1031"/>
                <a:gd name="T100" fmla="*/ 1324 w 1646"/>
                <a:gd name="T101" fmla="*/ 385 h 1031"/>
                <a:gd name="T102" fmla="*/ 1290 w 1646"/>
                <a:gd name="T103" fmla="*/ 354 h 1031"/>
                <a:gd name="T104" fmla="*/ 1268 w 1646"/>
                <a:gd name="T105" fmla="*/ 229 h 1031"/>
                <a:gd name="T106" fmla="*/ 1302 w 1646"/>
                <a:gd name="T107" fmla="*/ 36 h 1031"/>
                <a:gd name="T108" fmla="*/ 1091 w 1646"/>
                <a:gd name="T109" fmla="*/ 0 h 1031"/>
                <a:gd name="T110" fmla="*/ 1005 w 1646"/>
                <a:gd name="T111" fmla="*/ 13 h 1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646" h="1031">
                  <a:moveTo>
                    <a:pt x="969" y="36"/>
                  </a:moveTo>
                  <a:lnTo>
                    <a:pt x="969" y="36"/>
                  </a:lnTo>
                  <a:lnTo>
                    <a:pt x="963" y="42"/>
                  </a:lnTo>
                  <a:lnTo>
                    <a:pt x="958" y="50"/>
                  </a:lnTo>
                  <a:lnTo>
                    <a:pt x="955" y="58"/>
                  </a:lnTo>
                  <a:lnTo>
                    <a:pt x="952" y="66"/>
                  </a:lnTo>
                  <a:lnTo>
                    <a:pt x="949" y="83"/>
                  </a:lnTo>
                  <a:lnTo>
                    <a:pt x="949" y="102"/>
                  </a:lnTo>
                  <a:lnTo>
                    <a:pt x="952" y="120"/>
                  </a:lnTo>
                  <a:lnTo>
                    <a:pt x="957" y="140"/>
                  </a:lnTo>
                  <a:lnTo>
                    <a:pt x="969" y="182"/>
                  </a:lnTo>
                  <a:lnTo>
                    <a:pt x="982" y="224"/>
                  </a:lnTo>
                  <a:lnTo>
                    <a:pt x="985" y="243"/>
                  </a:lnTo>
                  <a:lnTo>
                    <a:pt x="988" y="263"/>
                  </a:lnTo>
                  <a:lnTo>
                    <a:pt x="988" y="282"/>
                  </a:lnTo>
                  <a:lnTo>
                    <a:pt x="987" y="299"/>
                  </a:lnTo>
                  <a:lnTo>
                    <a:pt x="983" y="307"/>
                  </a:lnTo>
                  <a:lnTo>
                    <a:pt x="980" y="315"/>
                  </a:lnTo>
                  <a:lnTo>
                    <a:pt x="974" y="321"/>
                  </a:lnTo>
                  <a:lnTo>
                    <a:pt x="969" y="329"/>
                  </a:lnTo>
                  <a:lnTo>
                    <a:pt x="969" y="329"/>
                  </a:lnTo>
                  <a:lnTo>
                    <a:pt x="955" y="340"/>
                  </a:lnTo>
                  <a:lnTo>
                    <a:pt x="940" y="351"/>
                  </a:lnTo>
                  <a:lnTo>
                    <a:pt x="923" y="360"/>
                  </a:lnTo>
                  <a:lnTo>
                    <a:pt x="904" y="368"/>
                  </a:lnTo>
                  <a:lnTo>
                    <a:pt x="884" y="372"/>
                  </a:lnTo>
                  <a:lnTo>
                    <a:pt x="865" y="377"/>
                  </a:lnTo>
                  <a:lnTo>
                    <a:pt x="843" y="379"/>
                  </a:lnTo>
                  <a:lnTo>
                    <a:pt x="823" y="380"/>
                  </a:lnTo>
                  <a:lnTo>
                    <a:pt x="801" y="379"/>
                  </a:lnTo>
                  <a:lnTo>
                    <a:pt x="781" y="377"/>
                  </a:lnTo>
                  <a:lnTo>
                    <a:pt x="761" y="372"/>
                  </a:lnTo>
                  <a:lnTo>
                    <a:pt x="742" y="368"/>
                  </a:lnTo>
                  <a:lnTo>
                    <a:pt x="723" y="360"/>
                  </a:lnTo>
                  <a:lnTo>
                    <a:pt x="706" y="351"/>
                  </a:lnTo>
                  <a:lnTo>
                    <a:pt x="691" y="340"/>
                  </a:lnTo>
                  <a:lnTo>
                    <a:pt x="677" y="329"/>
                  </a:lnTo>
                  <a:lnTo>
                    <a:pt x="677" y="329"/>
                  </a:lnTo>
                  <a:lnTo>
                    <a:pt x="671" y="321"/>
                  </a:lnTo>
                  <a:lnTo>
                    <a:pt x="666" y="315"/>
                  </a:lnTo>
                  <a:lnTo>
                    <a:pt x="663" y="307"/>
                  </a:lnTo>
                  <a:lnTo>
                    <a:pt x="660" y="299"/>
                  </a:lnTo>
                  <a:lnTo>
                    <a:pt x="657" y="282"/>
                  </a:lnTo>
                  <a:lnTo>
                    <a:pt x="658" y="263"/>
                  </a:lnTo>
                  <a:lnTo>
                    <a:pt x="660" y="243"/>
                  </a:lnTo>
                  <a:lnTo>
                    <a:pt x="664" y="224"/>
                  </a:lnTo>
                  <a:lnTo>
                    <a:pt x="677" y="182"/>
                  </a:lnTo>
                  <a:lnTo>
                    <a:pt x="689" y="140"/>
                  </a:lnTo>
                  <a:lnTo>
                    <a:pt x="694" y="120"/>
                  </a:lnTo>
                  <a:lnTo>
                    <a:pt x="695" y="102"/>
                  </a:lnTo>
                  <a:lnTo>
                    <a:pt x="697" y="83"/>
                  </a:lnTo>
                  <a:lnTo>
                    <a:pt x="694" y="66"/>
                  </a:lnTo>
                  <a:lnTo>
                    <a:pt x="691" y="58"/>
                  </a:lnTo>
                  <a:lnTo>
                    <a:pt x="688" y="50"/>
                  </a:lnTo>
                  <a:lnTo>
                    <a:pt x="683" y="42"/>
                  </a:lnTo>
                  <a:lnTo>
                    <a:pt x="677" y="36"/>
                  </a:lnTo>
                  <a:lnTo>
                    <a:pt x="677" y="36"/>
                  </a:lnTo>
                  <a:lnTo>
                    <a:pt x="669" y="30"/>
                  </a:lnTo>
                  <a:lnTo>
                    <a:pt x="660" y="24"/>
                  </a:lnTo>
                  <a:lnTo>
                    <a:pt x="650" y="18"/>
                  </a:lnTo>
                  <a:lnTo>
                    <a:pt x="639" y="13"/>
                  </a:lnTo>
                  <a:lnTo>
                    <a:pt x="616" y="7"/>
                  </a:lnTo>
                  <a:lnTo>
                    <a:pt x="591" y="4"/>
                  </a:lnTo>
                  <a:lnTo>
                    <a:pt x="565" y="2"/>
                  </a:lnTo>
                  <a:lnTo>
                    <a:pt x="537" y="2"/>
                  </a:lnTo>
                  <a:lnTo>
                    <a:pt x="509" y="4"/>
                  </a:lnTo>
                  <a:lnTo>
                    <a:pt x="481" y="7"/>
                  </a:lnTo>
                  <a:lnTo>
                    <a:pt x="428" y="16"/>
                  </a:lnTo>
                  <a:lnTo>
                    <a:pt x="384" y="25"/>
                  </a:lnTo>
                  <a:lnTo>
                    <a:pt x="342" y="36"/>
                  </a:lnTo>
                  <a:lnTo>
                    <a:pt x="342" y="36"/>
                  </a:lnTo>
                  <a:lnTo>
                    <a:pt x="355" y="77"/>
                  </a:lnTo>
                  <a:lnTo>
                    <a:pt x="364" y="122"/>
                  </a:lnTo>
                  <a:lnTo>
                    <a:pt x="372" y="173"/>
                  </a:lnTo>
                  <a:lnTo>
                    <a:pt x="375" y="201"/>
                  </a:lnTo>
                  <a:lnTo>
                    <a:pt x="378" y="229"/>
                  </a:lnTo>
                  <a:lnTo>
                    <a:pt x="378" y="257"/>
                  </a:lnTo>
                  <a:lnTo>
                    <a:pt x="376" y="285"/>
                  </a:lnTo>
                  <a:lnTo>
                    <a:pt x="372" y="310"/>
                  </a:lnTo>
                  <a:lnTo>
                    <a:pt x="366" y="333"/>
                  </a:lnTo>
                  <a:lnTo>
                    <a:pt x="361" y="344"/>
                  </a:lnTo>
                  <a:lnTo>
                    <a:pt x="356" y="354"/>
                  </a:lnTo>
                  <a:lnTo>
                    <a:pt x="350" y="361"/>
                  </a:lnTo>
                  <a:lnTo>
                    <a:pt x="342" y="371"/>
                  </a:lnTo>
                  <a:lnTo>
                    <a:pt x="342" y="371"/>
                  </a:lnTo>
                  <a:lnTo>
                    <a:pt x="336" y="375"/>
                  </a:lnTo>
                  <a:lnTo>
                    <a:pt x="330" y="380"/>
                  </a:lnTo>
                  <a:lnTo>
                    <a:pt x="322" y="385"/>
                  </a:lnTo>
                  <a:lnTo>
                    <a:pt x="313" y="386"/>
                  </a:lnTo>
                  <a:lnTo>
                    <a:pt x="296" y="389"/>
                  </a:lnTo>
                  <a:lnTo>
                    <a:pt x="278" y="389"/>
                  </a:lnTo>
                  <a:lnTo>
                    <a:pt x="258" y="386"/>
                  </a:lnTo>
                  <a:lnTo>
                    <a:pt x="238" y="382"/>
                  </a:lnTo>
                  <a:lnTo>
                    <a:pt x="197" y="371"/>
                  </a:lnTo>
                  <a:lnTo>
                    <a:pt x="197" y="371"/>
                  </a:lnTo>
                  <a:lnTo>
                    <a:pt x="155" y="358"/>
                  </a:lnTo>
                  <a:lnTo>
                    <a:pt x="135" y="354"/>
                  </a:lnTo>
                  <a:lnTo>
                    <a:pt x="115" y="351"/>
                  </a:lnTo>
                  <a:lnTo>
                    <a:pt x="98" y="351"/>
                  </a:lnTo>
                  <a:lnTo>
                    <a:pt x="81" y="354"/>
                  </a:lnTo>
                  <a:lnTo>
                    <a:pt x="71" y="355"/>
                  </a:lnTo>
                  <a:lnTo>
                    <a:pt x="65" y="360"/>
                  </a:lnTo>
                  <a:lnTo>
                    <a:pt x="57" y="365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9" y="383"/>
                  </a:lnTo>
                  <a:lnTo>
                    <a:pt x="28" y="399"/>
                  </a:lnTo>
                  <a:lnTo>
                    <a:pt x="19" y="416"/>
                  </a:lnTo>
                  <a:lnTo>
                    <a:pt x="12" y="435"/>
                  </a:lnTo>
                  <a:lnTo>
                    <a:pt x="6" y="455"/>
                  </a:lnTo>
                  <a:lnTo>
                    <a:pt x="3" y="475"/>
                  </a:lnTo>
                  <a:lnTo>
                    <a:pt x="0" y="495"/>
                  </a:lnTo>
                  <a:lnTo>
                    <a:pt x="0" y="516"/>
                  </a:lnTo>
                  <a:lnTo>
                    <a:pt x="0" y="537"/>
                  </a:lnTo>
                  <a:lnTo>
                    <a:pt x="3" y="558"/>
                  </a:lnTo>
                  <a:lnTo>
                    <a:pt x="6" y="578"/>
                  </a:lnTo>
                  <a:lnTo>
                    <a:pt x="12" y="596"/>
                  </a:lnTo>
                  <a:lnTo>
                    <a:pt x="19" y="615"/>
                  </a:lnTo>
                  <a:lnTo>
                    <a:pt x="28" y="632"/>
                  </a:lnTo>
                  <a:lnTo>
                    <a:pt x="39" y="648"/>
                  </a:lnTo>
                  <a:lnTo>
                    <a:pt x="51" y="662"/>
                  </a:lnTo>
                  <a:lnTo>
                    <a:pt x="51" y="662"/>
                  </a:lnTo>
                  <a:lnTo>
                    <a:pt x="57" y="668"/>
                  </a:lnTo>
                  <a:lnTo>
                    <a:pt x="65" y="673"/>
                  </a:lnTo>
                  <a:lnTo>
                    <a:pt x="71" y="676"/>
                  </a:lnTo>
                  <a:lnTo>
                    <a:pt x="81" y="679"/>
                  </a:lnTo>
                  <a:lnTo>
                    <a:pt x="98" y="682"/>
                  </a:lnTo>
                  <a:lnTo>
                    <a:pt x="115" y="682"/>
                  </a:lnTo>
                  <a:lnTo>
                    <a:pt x="135" y="679"/>
                  </a:lnTo>
                  <a:lnTo>
                    <a:pt x="155" y="674"/>
                  </a:lnTo>
                  <a:lnTo>
                    <a:pt x="197" y="662"/>
                  </a:lnTo>
                  <a:lnTo>
                    <a:pt x="197" y="662"/>
                  </a:lnTo>
                  <a:lnTo>
                    <a:pt x="238" y="649"/>
                  </a:lnTo>
                  <a:lnTo>
                    <a:pt x="258" y="646"/>
                  </a:lnTo>
                  <a:lnTo>
                    <a:pt x="278" y="643"/>
                  </a:lnTo>
                  <a:lnTo>
                    <a:pt x="296" y="643"/>
                  </a:lnTo>
                  <a:lnTo>
                    <a:pt x="313" y="645"/>
                  </a:lnTo>
                  <a:lnTo>
                    <a:pt x="322" y="648"/>
                  </a:lnTo>
                  <a:lnTo>
                    <a:pt x="330" y="651"/>
                  </a:lnTo>
                  <a:lnTo>
                    <a:pt x="336" y="656"/>
                  </a:lnTo>
                  <a:lnTo>
                    <a:pt x="342" y="662"/>
                  </a:lnTo>
                  <a:lnTo>
                    <a:pt x="342" y="662"/>
                  </a:lnTo>
                  <a:lnTo>
                    <a:pt x="350" y="670"/>
                  </a:lnTo>
                  <a:lnTo>
                    <a:pt x="356" y="679"/>
                  </a:lnTo>
                  <a:lnTo>
                    <a:pt x="361" y="688"/>
                  </a:lnTo>
                  <a:lnTo>
                    <a:pt x="366" y="699"/>
                  </a:lnTo>
                  <a:lnTo>
                    <a:pt x="372" y="723"/>
                  </a:lnTo>
                  <a:lnTo>
                    <a:pt x="376" y="747"/>
                  </a:lnTo>
                  <a:lnTo>
                    <a:pt x="378" y="774"/>
                  </a:lnTo>
                  <a:lnTo>
                    <a:pt x="378" y="802"/>
                  </a:lnTo>
                  <a:lnTo>
                    <a:pt x="375" y="831"/>
                  </a:lnTo>
                  <a:lnTo>
                    <a:pt x="372" y="858"/>
                  </a:lnTo>
                  <a:lnTo>
                    <a:pt x="364" y="911"/>
                  </a:lnTo>
                  <a:lnTo>
                    <a:pt x="355" y="954"/>
                  </a:lnTo>
                  <a:lnTo>
                    <a:pt x="342" y="996"/>
                  </a:lnTo>
                  <a:lnTo>
                    <a:pt x="342" y="996"/>
                  </a:lnTo>
                  <a:lnTo>
                    <a:pt x="384" y="1007"/>
                  </a:lnTo>
                  <a:lnTo>
                    <a:pt x="428" y="1017"/>
                  </a:lnTo>
                  <a:lnTo>
                    <a:pt x="481" y="1026"/>
                  </a:lnTo>
                  <a:lnTo>
                    <a:pt x="509" y="1029"/>
                  </a:lnTo>
                  <a:lnTo>
                    <a:pt x="537" y="1031"/>
                  </a:lnTo>
                  <a:lnTo>
                    <a:pt x="565" y="1031"/>
                  </a:lnTo>
                  <a:lnTo>
                    <a:pt x="591" y="1029"/>
                  </a:lnTo>
                  <a:lnTo>
                    <a:pt x="616" y="1026"/>
                  </a:lnTo>
                  <a:lnTo>
                    <a:pt x="639" y="1018"/>
                  </a:lnTo>
                  <a:lnTo>
                    <a:pt x="650" y="1014"/>
                  </a:lnTo>
                  <a:lnTo>
                    <a:pt x="660" y="1009"/>
                  </a:lnTo>
                  <a:lnTo>
                    <a:pt x="669" y="1003"/>
                  </a:lnTo>
                  <a:lnTo>
                    <a:pt x="677" y="996"/>
                  </a:lnTo>
                  <a:lnTo>
                    <a:pt x="677" y="996"/>
                  </a:lnTo>
                  <a:lnTo>
                    <a:pt x="683" y="990"/>
                  </a:lnTo>
                  <a:lnTo>
                    <a:pt x="688" y="982"/>
                  </a:lnTo>
                  <a:lnTo>
                    <a:pt x="691" y="975"/>
                  </a:lnTo>
                  <a:lnTo>
                    <a:pt x="694" y="967"/>
                  </a:lnTo>
                  <a:lnTo>
                    <a:pt x="697" y="950"/>
                  </a:lnTo>
                  <a:lnTo>
                    <a:pt x="695" y="931"/>
                  </a:lnTo>
                  <a:lnTo>
                    <a:pt x="694" y="912"/>
                  </a:lnTo>
                  <a:lnTo>
                    <a:pt x="689" y="892"/>
                  </a:lnTo>
                  <a:lnTo>
                    <a:pt x="677" y="850"/>
                  </a:lnTo>
                  <a:lnTo>
                    <a:pt x="664" y="808"/>
                  </a:lnTo>
                  <a:lnTo>
                    <a:pt x="660" y="788"/>
                  </a:lnTo>
                  <a:lnTo>
                    <a:pt x="658" y="769"/>
                  </a:lnTo>
                  <a:lnTo>
                    <a:pt x="657" y="751"/>
                  </a:lnTo>
                  <a:lnTo>
                    <a:pt x="660" y="733"/>
                  </a:lnTo>
                  <a:lnTo>
                    <a:pt x="663" y="726"/>
                  </a:lnTo>
                  <a:lnTo>
                    <a:pt x="666" y="718"/>
                  </a:lnTo>
                  <a:lnTo>
                    <a:pt x="671" y="710"/>
                  </a:lnTo>
                  <a:lnTo>
                    <a:pt x="677" y="704"/>
                  </a:lnTo>
                  <a:lnTo>
                    <a:pt x="677" y="704"/>
                  </a:lnTo>
                  <a:lnTo>
                    <a:pt x="691" y="691"/>
                  </a:lnTo>
                  <a:lnTo>
                    <a:pt x="706" y="682"/>
                  </a:lnTo>
                  <a:lnTo>
                    <a:pt x="723" y="673"/>
                  </a:lnTo>
                  <a:lnTo>
                    <a:pt x="742" y="665"/>
                  </a:lnTo>
                  <a:lnTo>
                    <a:pt x="761" y="660"/>
                  </a:lnTo>
                  <a:lnTo>
                    <a:pt x="781" y="656"/>
                  </a:lnTo>
                  <a:lnTo>
                    <a:pt x="801" y="652"/>
                  </a:lnTo>
                  <a:lnTo>
                    <a:pt x="823" y="652"/>
                  </a:lnTo>
                  <a:lnTo>
                    <a:pt x="843" y="652"/>
                  </a:lnTo>
                  <a:lnTo>
                    <a:pt x="865" y="656"/>
                  </a:lnTo>
                  <a:lnTo>
                    <a:pt x="884" y="660"/>
                  </a:lnTo>
                  <a:lnTo>
                    <a:pt x="904" y="665"/>
                  </a:lnTo>
                  <a:lnTo>
                    <a:pt x="923" y="673"/>
                  </a:lnTo>
                  <a:lnTo>
                    <a:pt x="940" y="682"/>
                  </a:lnTo>
                  <a:lnTo>
                    <a:pt x="955" y="691"/>
                  </a:lnTo>
                  <a:lnTo>
                    <a:pt x="969" y="704"/>
                  </a:lnTo>
                  <a:lnTo>
                    <a:pt x="969" y="704"/>
                  </a:lnTo>
                  <a:lnTo>
                    <a:pt x="974" y="710"/>
                  </a:lnTo>
                  <a:lnTo>
                    <a:pt x="980" y="718"/>
                  </a:lnTo>
                  <a:lnTo>
                    <a:pt x="983" y="726"/>
                  </a:lnTo>
                  <a:lnTo>
                    <a:pt x="987" y="733"/>
                  </a:lnTo>
                  <a:lnTo>
                    <a:pt x="988" y="751"/>
                  </a:lnTo>
                  <a:lnTo>
                    <a:pt x="988" y="769"/>
                  </a:lnTo>
                  <a:lnTo>
                    <a:pt x="985" y="788"/>
                  </a:lnTo>
                  <a:lnTo>
                    <a:pt x="982" y="808"/>
                  </a:lnTo>
                  <a:lnTo>
                    <a:pt x="969" y="850"/>
                  </a:lnTo>
                  <a:lnTo>
                    <a:pt x="957" y="892"/>
                  </a:lnTo>
                  <a:lnTo>
                    <a:pt x="952" y="912"/>
                  </a:lnTo>
                  <a:lnTo>
                    <a:pt x="949" y="931"/>
                  </a:lnTo>
                  <a:lnTo>
                    <a:pt x="949" y="950"/>
                  </a:lnTo>
                  <a:lnTo>
                    <a:pt x="952" y="967"/>
                  </a:lnTo>
                  <a:lnTo>
                    <a:pt x="955" y="975"/>
                  </a:lnTo>
                  <a:lnTo>
                    <a:pt x="958" y="982"/>
                  </a:lnTo>
                  <a:lnTo>
                    <a:pt x="963" y="990"/>
                  </a:lnTo>
                  <a:lnTo>
                    <a:pt x="969" y="996"/>
                  </a:lnTo>
                  <a:lnTo>
                    <a:pt x="969" y="996"/>
                  </a:lnTo>
                  <a:lnTo>
                    <a:pt x="977" y="1003"/>
                  </a:lnTo>
                  <a:lnTo>
                    <a:pt x="985" y="1009"/>
                  </a:lnTo>
                  <a:lnTo>
                    <a:pt x="996" y="1014"/>
                  </a:lnTo>
                  <a:lnTo>
                    <a:pt x="1005" y="1018"/>
                  </a:lnTo>
                  <a:lnTo>
                    <a:pt x="1029" y="1026"/>
                  </a:lnTo>
                  <a:lnTo>
                    <a:pt x="1055" y="1029"/>
                  </a:lnTo>
                  <a:lnTo>
                    <a:pt x="1081" y="1031"/>
                  </a:lnTo>
                  <a:lnTo>
                    <a:pt x="1109" y="1031"/>
                  </a:lnTo>
                  <a:lnTo>
                    <a:pt x="1137" y="1029"/>
                  </a:lnTo>
                  <a:lnTo>
                    <a:pt x="1165" y="1026"/>
                  </a:lnTo>
                  <a:lnTo>
                    <a:pt x="1218" y="1017"/>
                  </a:lnTo>
                  <a:lnTo>
                    <a:pt x="1262" y="1007"/>
                  </a:lnTo>
                  <a:lnTo>
                    <a:pt x="1302" y="996"/>
                  </a:lnTo>
                  <a:lnTo>
                    <a:pt x="1302" y="996"/>
                  </a:lnTo>
                  <a:lnTo>
                    <a:pt x="1292" y="954"/>
                  </a:lnTo>
                  <a:lnTo>
                    <a:pt x="1282" y="911"/>
                  </a:lnTo>
                  <a:lnTo>
                    <a:pt x="1273" y="858"/>
                  </a:lnTo>
                  <a:lnTo>
                    <a:pt x="1270" y="831"/>
                  </a:lnTo>
                  <a:lnTo>
                    <a:pt x="1268" y="802"/>
                  </a:lnTo>
                  <a:lnTo>
                    <a:pt x="1268" y="774"/>
                  </a:lnTo>
                  <a:lnTo>
                    <a:pt x="1270" y="747"/>
                  </a:lnTo>
                  <a:lnTo>
                    <a:pt x="1274" y="723"/>
                  </a:lnTo>
                  <a:lnTo>
                    <a:pt x="1281" y="699"/>
                  </a:lnTo>
                  <a:lnTo>
                    <a:pt x="1285" y="688"/>
                  </a:lnTo>
                  <a:lnTo>
                    <a:pt x="1290" y="679"/>
                  </a:lnTo>
                  <a:lnTo>
                    <a:pt x="1296" y="670"/>
                  </a:lnTo>
                  <a:lnTo>
                    <a:pt x="1302" y="662"/>
                  </a:lnTo>
                  <a:lnTo>
                    <a:pt x="1302" y="662"/>
                  </a:lnTo>
                  <a:lnTo>
                    <a:pt x="1310" y="656"/>
                  </a:lnTo>
                  <a:lnTo>
                    <a:pt x="1316" y="651"/>
                  </a:lnTo>
                  <a:lnTo>
                    <a:pt x="1324" y="648"/>
                  </a:lnTo>
                  <a:lnTo>
                    <a:pt x="1332" y="645"/>
                  </a:lnTo>
                  <a:lnTo>
                    <a:pt x="1349" y="643"/>
                  </a:lnTo>
                  <a:lnTo>
                    <a:pt x="1368" y="643"/>
                  </a:lnTo>
                  <a:lnTo>
                    <a:pt x="1388" y="646"/>
                  </a:lnTo>
                  <a:lnTo>
                    <a:pt x="1407" y="649"/>
                  </a:lnTo>
                  <a:lnTo>
                    <a:pt x="1449" y="662"/>
                  </a:lnTo>
                  <a:lnTo>
                    <a:pt x="1449" y="662"/>
                  </a:lnTo>
                  <a:lnTo>
                    <a:pt x="1491" y="674"/>
                  </a:lnTo>
                  <a:lnTo>
                    <a:pt x="1511" y="679"/>
                  </a:lnTo>
                  <a:lnTo>
                    <a:pt x="1530" y="682"/>
                  </a:lnTo>
                  <a:lnTo>
                    <a:pt x="1548" y="682"/>
                  </a:lnTo>
                  <a:lnTo>
                    <a:pt x="1565" y="679"/>
                  </a:lnTo>
                  <a:lnTo>
                    <a:pt x="1573" y="676"/>
                  </a:lnTo>
                  <a:lnTo>
                    <a:pt x="1581" y="673"/>
                  </a:lnTo>
                  <a:lnTo>
                    <a:pt x="1589" y="668"/>
                  </a:lnTo>
                  <a:lnTo>
                    <a:pt x="1595" y="662"/>
                  </a:lnTo>
                  <a:lnTo>
                    <a:pt x="1595" y="662"/>
                  </a:lnTo>
                  <a:lnTo>
                    <a:pt x="1607" y="648"/>
                  </a:lnTo>
                  <a:lnTo>
                    <a:pt x="1618" y="632"/>
                  </a:lnTo>
                  <a:lnTo>
                    <a:pt x="1626" y="615"/>
                  </a:lnTo>
                  <a:lnTo>
                    <a:pt x="1634" y="596"/>
                  </a:lnTo>
                  <a:lnTo>
                    <a:pt x="1640" y="578"/>
                  </a:lnTo>
                  <a:lnTo>
                    <a:pt x="1643" y="558"/>
                  </a:lnTo>
                  <a:lnTo>
                    <a:pt x="1646" y="537"/>
                  </a:lnTo>
                  <a:lnTo>
                    <a:pt x="1646" y="516"/>
                  </a:lnTo>
                  <a:lnTo>
                    <a:pt x="1646" y="495"/>
                  </a:lnTo>
                  <a:lnTo>
                    <a:pt x="1643" y="475"/>
                  </a:lnTo>
                  <a:lnTo>
                    <a:pt x="1640" y="455"/>
                  </a:lnTo>
                  <a:lnTo>
                    <a:pt x="1634" y="435"/>
                  </a:lnTo>
                  <a:lnTo>
                    <a:pt x="1626" y="416"/>
                  </a:lnTo>
                  <a:lnTo>
                    <a:pt x="1618" y="399"/>
                  </a:lnTo>
                  <a:lnTo>
                    <a:pt x="1607" y="383"/>
                  </a:lnTo>
                  <a:lnTo>
                    <a:pt x="1595" y="371"/>
                  </a:lnTo>
                  <a:lnTo>
                    <a:pt x="1595" y="371"/>
                  </a:lnTo>
                  <a:lnTo>
                    <a:pt x="1589" y="365"/>
                  </a:lnTo>
                  <a:lnTo>
                    <a:pt x="1581" y="360"/>
                  </a:lnTo>
                  <a:lnTo>
                    <a:pt x="1573" y="355"/>
                  </a:lnTo>
                  <a:lnTo>
                    <a:pt x="1565" y="354"/>
                  </a:lnTo>
                  <a:lnTo>
                    <a:pt x="1548" y="351"/>
                  </a:lnTo>
                  <a:lnTo>
                    <a:pt x="1530" y="351"/>
                  </a:lnTo>
                  <a:lnTo>
                    <a:pt x="1511" y="354"/>
                  </a:lnTo>
                  <a:lnTo>
                    <a:pt x="1491" y="358"/>
                  </a:lnTo>
                  <a:lnTo>
                    <a:pt x="1449" y="371"/>
                  </a:lnTo>
                  <a:lnTo>
                    <a:pt x="1449" y="371"/>
                  </a:lnTo>
                  <a:lnTo>
                    <a:pt x="1407" y="382"/>
                  </a:lnTo>
                  <a:lnTo>
                    <a:pt x="1388" y="386"/>
                  </a:lnTo>
                  <a:lnTo>
                    <a:pt x="1368" y="389"/>
                  </a:lnTo>
                  <a:lnTo>
                    <a:pt x="1349" y="389"/>
                  </a:lnTo>
                  <a:lnTo>
                    <a:pt x="1332" y="386"/>
                  </a:lnTo>
                  <a:lnTo>
                    <a:pt x="1324" y="385"/>
                  </a:lnTo>
                  <a:lnTo>
                    <a:pt x="1316" y="380"/>
                  </a:lnTo>
                  <a:lnTo>
                    <a:pt x="1310" y="375"/>
                  </a:lnTo>
                  <a:lnTo>
                    <a:pt x="1302" y="371"/>
                  </a:lnTo>
                  <a:lnTo>
                    <a:pt x="1302" y="371"/>
                  </a:lnTo>
                  <a:lnTo>
                    <a:pt x="1296" y="361"/>
                  </a:lnTo>
                  <a:lnTo>
                    <a:pt x="1290" y="354"/>
                  </a:lnTo>
                  <a:lnTo>
                    <a:pt x="1285" y="344"/>
                  </a:lnTo>
                  <a:lnTo>
                    <a:pt x="1281" y="333"/>
                  </a:lnTo>
                  <a:lnTo>
                    <a:pt x="1274" y="310"/>
                  </a:lnTo>
                  <a:lnTo>
                    <a:pt x="1270" y="285"/>
                  </a:lnTo>
                  <a:lnTo>
                    <a:pt x="1268" y="257"/>
                  </a:lnTo>
                  <a:lnTo>
                    <a:pt x="1268" y="229"/>
                  </a:lnTo>
                  <a:lnTo>
                    <a:pt x="1270" y="201"/>
                  </a:lnTo>
                  <a:lnTo>
                    <a:pt x="1273" y="173"/>
                  </a:lnTo>
                  <a:lnTo>
                    <a:pt x="1282" y="122"/>
                  </a:lnTo>
                  <a:lnTo>
                    <a:pt x="1292" y="77"/>
                  </a:lnTo>
                  <a:lnTo>
                    <a:pt x="1302" y="36"/>
                  </a:lnTo>
                  <a:lnTo>
                    <a:pt x="1302" y="36"/>
                  </a:lnTo>
                  <a:lnTo>
                    <a:pt x="1284" y="30"/>
                  </a:lnTo>
                  <a:lnTo>
                    <a:pt x="1234" y="19"/>
                  </a:lnTo>
                  <a:lnTo>
                    <a:pt x="1201" y="13"/>
                  </a:lnTo>
                  <a:lnTo>
                    <a:pt x="1165" y="7"/>
                  </a:lnTo>
                  <a:lnTo>
                    <a:pt x="1128" y="2"/>
                  </a:lnTo>
                  <a:lnTo>
                    <a:pt x="1091" y="0"/>
                  </a:lnTo>
                  <a:lnTo>
                    <a:pt x="1091" y="0"/>
                  </a:lnTo>
                  <a:lnTo>
                    <a:pt x="1072" y="2"/>
                  </a:lnTo>
                  <a:lnTo>
                    <a:pt x="1055" y="4"/>
                  </a:lnTo>
                  <a:lnTo>
                    <a:pt x="1038" y="5"/>
                  </a:lnTo>
                  <a:lnTo>
                    <a:pt x="1021" y="8"/>
                  </a:lnTo>
                  <a:lnTo>
                    <a:pt x="1005" y="13"/>
                  </a:lnTo>
                  <a:lnTo>
                    <a:pt x="993" y="19"/>
                  </a:lnTo>
                  <a:lnTo>
                    <a:pt x="980" y="27"/>
                  </a:lnTo>
                  <a:lnTo>
                    <a:pt x="969" y="3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95000">
                  <a:schemeClr val="bg1">
                    <a:lumMod val="85000"/>
                  </a:schemeClr>
                </a:gs>
              </a:gsLst>
              <a:lin ang="0" scaled="0"/>
            </a:gra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64"/>
            <p:cNvSpPr/>
            <p:nvPr>
              <p:custDataLst>
                <p:tags r:id="rId12"/>
              </p:custDataLst>
            </p:nvPr>
          </p:nvSpPr>
          <p:spPr bwMode="auto">
            <a:xfrm flipH="1" flipV="1">
              <a:off x="11686931" y="6046793"/>
              <a:ext cx="543742" cy="869987"/>
            </a:xfrm>
            <a:custGeom>
              <a:avLst/>
              <a:gdLst>
                <a:gd name="T0" fmla="*/ 351 w 1030"/>
                <a:gd name="T1" fmla="*/ 81 h 1648"/>
                <a:gd name="T2" fmla="*/ 381 w 1030"/>
                <a:gd name="T3" fmla="*/ 240 h 1648"/>
                <a:gd name="T4" fmla="*/ 380 w 1030"/>
                <a:gd name="T5" fmla="*/ 330 h 1648"/>
                <a:gd name="T6" fmla="*/ 342 w 1030"/>
                <a:gd name="T7" fmla="*/ 363 h 1648"/>
                <a:gd name="T8" fmla="*/ 201 w 1030"/>
                <a:gd name="T9" fmla="*/ 377 h 1648"/>
                <a:gd name="T10" fmla="*/ 23 w 1030"/>
                <a:gd name="T11" fmla="*/ 385 h 1648"/>
                <a:gd name="T12" fmla="*/ 1 w 1030"/>
                <a:gd name="T13" fmla="*/ 593 h 1648"/>
                <a:gd name="T14" fmla="*/ 36 w 1030"/>
                <a:gd name="T15" fmla="*/ 679 h 1648"/>
                <a:gd name="T16" fmla="*/ 82 w 1030"/>
                <a:gd name="T17" fmla="*/ 697 h 1648"/>
                <a:gd name="T18" fmla="*/ 222 w 1030"/>
                <a:gd name="T19" fmla="*/ 666 h 1648"/>
                <a:gd name="T20" fmla="*/ 313 w 1030"/>
                <a:gd name="T21" fmla="*/ 668 h 1648"/>
                <a:gd name="T22" fmla="*/ 359 w 1030"/>
                <a:gd name="T23" fmla="*/ 724 h 1648"/>
                <a:gd name="T24" fmla="*/ 378 w 1030"/>
                <a:gd name="T25" fmla="*/ 845 h 1648"/>
                <a:gd name="T26" fmla="*/ 339 w 1030"/>
                <a:gd name="T27" fmla="*/ 956 h 1648"/>
                <a:gd name="T28" fmla="*/ 297 w 1030"/>
                <a:gd name="T29" fmla="*/ 987 h 1648"/>
                <a:gd name="T30" fmla="*/ 180 w 1030"/>
                <a:gd name="T31" fmla="*/ 970 h 1648"/>
                <a:gd name="T32" fmla="*/ 56 w 1030"/>
                <a:gd name="T33" fmla="*/ 956 h 1648"/>
                <a:gd name="T34" fmla="*/ 22 w 1030"/>
                <a:gd name="T35" fmla="*/ 987 h 1648"/>
                <a:gd name="T36" fmla="*/ 0 w 1030"/>
                <a:gd name="T37" fmla="*/ 1110 h 1648"/>
                <a:gd name="T38" fmla="*/ 36 w 1030"/>
                <a:gd name="T39" fmla="*/ 1304 h 1648"/>
                <a:gd name="T40" fmla="*/ 257 w 1030"/>
                <a:gd name="T41" fmla="*/ 1269 h 1648"/>
                <a:gd name="T42" fmla="*/ 361 w 1030"/>
                <a:gd name="T43" fmla="*/ 1297 h 1648"/>
                <a:gd name="T44" fmla="*/ 386 w 1030"/>
                <a:gd name="T45" fmla="*/ 1334 h 1648"/>
                <a:gd name="T46" fmla="*/ 356 w 1030"/>
                <a:gd name="T47" fmla="*/ 1491 h 1648"/>
                <a:gd name="T48" fmla="*/ 358 w 1030"/>
                <a:gd name="T49" fmla="*/ 1583 h 1648"/>
                <a:gd name="T50" fmla="*/ 415 w 1030"/>
                <a:gd name="T51" fmla="*/ 1628 h 1648"/>
                <a:gd name="T52" fmla="*/ 535 w 1030"/>
                <a:gd name="T53" fmla="*/ 1647 h 1648"/>
                <a:gd name="T54" fmla="*/ 647 w 1030"/>
                <a:gd name="T55" fmla="*/ 1608 h 1648"/>
                <a:gd name="T56" fmla="*/ 678 w 1030"/>
                <a:gd name="T57" fmla="*/ 1567 h 1648"/>
                <a:gd name="T58" fmla="*/ 649 w 1030"/>
                <a:gd name="T59" fmla="*/ 1409 h 1648"/>
                <a:gd name="T60" fmla="*/ 650 w 1030"/>
                <a:gd name="T61" fmla="*/ 1318 h 1648"/>
                <a:gd name="T62" fmla="*/ 688 w 1030"/>
                <a:gd name="T63" fmla="*/ 1286 h 1648"/>
                <a:gd name="T64" fmla="*/ 829 w 1030"/>
                <a:gd name="T65" fmla="*/ 1272 h 1648"/>
                <a:gd name="T66" fmla="*/ 1007 w 1030"/>
                <a:gd name="T67" fmla="*/ 1262 h 1648"/>
                <a:gd name="T68" fmla="*/ 1028 w 1030"/>
                <a:gd name="T69" fmla="*/ 1055 h 1648"/>
                <a:gd name="T70" fmla="*/ 994 w 1030"/>
                <a:gd name="T71" fmla="*/ 970 h 1648"/>
                <a:gd name="T72" fmla="*/ 948 w 1030"/>
                <a:gd name="T73" fmla="*/ 951 h 1648"/>
                <a:gd name="T74" fmla="*/ 807 w 1030"/>
                <a:gd name="T75" fmla="*/ 982 h 1648"/>
                <a:gd name="T76" fmla="*/ 717 w 1030"/>
                <a:gd name="T77" fmla="*/ 981 h 1648"/>
                <a:gd name="T78" fmla="*/ 671 w 1030"/>
                <a:gd name="T79" fmla="*/ 923 h 1648"/>
                <a:gd name="T80" fmla="*/ 652 w 1030"/>
                <a:gd name="T81" fmla="*/ 803 h 1648"/>
                <a:gd name="T82" fmla="*/ 691 w 1030"/>
                <a:gd name="T83" fmla="*/ 691 h 1648"/>
                <a:gd name="T84" fmla="*/ 733 w 1030"/>
                <a:gd name="T85" fmla="*/ 662 h 1648"/>
                <a:gd name="T86" fmla="*/ 849 w 1030"/>
                <a:gd name="T87" fmla="*/ 679 h 1648"/>
                <a:gd name="T88" fmla="*/ 974 w 1030"/>
                <a:gd name="T89" fmla="*/ 693 h 1648"/>
                <a:gd name="T90" fmla="*/ 1008 w 1030"/>
                <a:gd name="T91" fmla="*/ 662 h 1648"/>
                <a:gd name="T92" fmla="*/ 1030 w 1030"/>
                <a:gd name="T93" fmla="*/ 537 h 1648"/>
                <a:gd name="T94" fmla="*/ 994 w 1030"/>
                <a:gd name="T95" fmla="*/ 344 h 1648"/>
                <a:gd name="T96" fmla="*/ 773 w 1030"/>
                <a:gd name="T97" fmla="*/ 378 h 1648"/>
                <a:gd name="T98" fmla="*/ 669 w 1030"/>
                <a:gd name="T99" fmla="*/ 350 h 1648"/>
                <a:gd name="T100" fmla="*/ 644 w 1030"/>
                <a:gd name="T101" fmla="*/ 315 h 1648"/>
                <a:gd name="T102" fmla="*/ 674 w 1030"/>
                <a:gd name="T103" fmla="*/ 156 h 1648"/>
                <a:gd name="T104" fmla="*/ 672 w 1030"/>
                <a:gd name="T105" fmla="*/ 66 h 1648"/>
                <a:gd name="T106" fmla="*/ 615 w 1030"/>
                <a:gd name="T107" fmla="*/ 20 h 1648"/>
                <a:gd name="T108" fmla="*/ 515 w 1030"/>
                <a:gd name="T109" fmla="*/ 0 h 1648"/>
                <a:gd name="T110" fmla="*/ 398 w 1030"/>
                <a:gd name="T111" fmla="*/ 30 h 1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30" h="1648">
                  <a:moveTo>
                    <a:pt x="369" y="52"/>
                  </a:moveTo>
                  <a:lnTo>
                    <a:pt x="369" y="52"/>
                  </a:lnTo>
                  <a:lnTo>
                    <a:pt x="362" y="59"/>
                  </a:lnTo>
                  <a:lnTo>
                    <a:pt x="358" y="66"/>
                  </a:lnTo>
                  <a:lnTo>
                    <a:pt x="355" y="73"/>
                  </a:lnTo>
                  <a:lnTo>
                    <a:pt x="351" y="81"/>
                  </a:lnTo>
                  <a:lnTo>
                    <a:pt x="348" y="98"/>
                  </a:lnTo>
                  <a:lnTo>
                    <a:pt x="350" y="117"/>
                  </a:lnTo>
                  <a:lnTo>
                    <a:pt x="351" y="136"/>
                  </a:lnTo>
                  <a:lnTo>
                    <a:pt x="356" y="156"/>
                  </a:lnTo>
                  <a:lnTo>
                    <a:pt x="369" y="198"/>
                  </a:lnTo>
                  <a:lnTo>
                    <a:pt x="381" y="240"/>
                  </a:lnTo>
                  <a:lnTo>
                    <a:pt x="386" y="260"/>
                  </a:lnTo>
                  <a:lnTo>
                    <a:pt x="389" y="279"/>
                  </a:lnTo>
                  <a:lnTo>
                    <a:pt x="389" y="297"/>
                  </a:lnTo>
                  <a:lnTo>
                    <a:pt x="386" y="315"/>
                  </a:lnTo>
                  <a:lnTo>
                    <a:pt x="383" y="322"/>
                  </a:lnTo>
                  <a:lnTo>
                    <a:pt x="380" y="330"/>
                  </a:lnTo>
                  <a:lnTo>
                    <a:pt x="375" y="338"/>
                  </a:lnTo>
                  <a:lnTo>
                    <a:pt x="369" y="344"/>
                  </a:lnTo>
                  <a:lnTo>
                    <a:pt x="369" y="344"/>
                  </a:lnTo>
                  <a:lnTo>
                    <a:pt x="361" y="350"/>
                  </a:lnTo>
                  <a:lnTo>
                    <a:pt x="351" y="357"/>
                  </a:lnTo>
                  <a:lnTo>
                    <a:pt x="342" y="363"/>
                  </a:lnTo>
                  <a:lnTo>
                    <a:pt x="331" y="366"/>
                  </a:lnTo>
                  <a:lnTo>
                    <a:pt x="309" y="374"/>
                  </a:lnTo>
                  <a:lnTo>
                    <a:pt x="283" y="377"/>
                  </a:lnTo>
                  <a:lnTo>
                    <a:pt x="257" y="378"/>
                  </a:lnTo>
                  <a:lnTo>
                    <a:pt x="229" y="378"/>
                  </a:lnTo>
                  <a:lnTo>
                    <a:pt x="201" y="377"/>
                  </a:lnTo>
                  <a:lnTo>
                    <a:pt x="173" y="374"/>
                  </a:lnTo>
                  <a:lnTo>
                    <a:pt x="120" y="364"/>
                  </a:lnTo>
                  <a:lnTo>
                    <a:pt x="76" y="355"/>
                  </a:lnTo>
                  <a:lnTo>
                    <a:pt x="36" y="344"/>
                  </a:lnTo>
                  <a:lnTo>
                    <a:pt x="36" y="344"/>
                  </a:lnTo>
                  <a:lnTo>
                    <a:pt x="23" y="385"/>
                  </a:lnTo>
                  <a:lnTo>
                    <a:pt x="14" y="430"/>
                  </a:lnTo>
                  <a:lnTo>
                    <a:pt x="6" y="481"/>
                  </a:lnTo>
                  <a:lnTo>
                    <a:pt x="3" y="509"/>
                  </a:lnTo>
                  <a:lnTo>
                    <a:pt x="0" y="537"/>
                  </a:lnTo>
                  <a:lnTo>
                    <a:pt x="0" y="565"/>
                  </a:lnTo>
                  <a:lnTo>
                    <a:pt x="1" y="593"/>
                  </a:lnTo>
                  <a:lnTo>
                    <a:pt x="6" y="618"/>
                  </a:lnTo>
                  <a:lnTo>
                    <a:pt x="12" y="641"/>
                  </a:lnTo>
                  <a:lnTo>
                    <a:pt x="17" y="652"/>
                  </a:lnTo>
                  <a:lnTo>
                    <a:pt x="22" y="662"/>
                  </a:lnTo>
                  <a:lnTo>
                    <a:pt x="28" y="669"/>
                  </a:lnTo>
                  <a:lnTo>
                    <a:pt x="36" y="679"/>
                  </a:lnTo>
                  <a:lnTo>
                    <a:pt x="36" y="679"/>
                  </a:lnTo>
                  <a:lnTo>
                    <a:pt x="42" y="683"/>
                  </a:lnTo>
                  <a:lnTo>
                    <a:pt x="48" y="688"/>
                  </a:lnTo>
                  <a:lnTo>
                    <a:pt x="56" y="693"/>
                  </a:lnTo>
                  <a:lnTo>
                    <a:pt x="65" y="694"/>
                  </a:lnTo>
                  <a:lnTo>
                    <a:pt x="82" y="697"/>
                  </a:lnTo>
                  <a:lnTo>
                    <a:pt x="99" y="697"/>
                  </a:lnTo>
                  <a:lnTo>
                    <a:pt x="120" y="694"/>
                  </a:lnTo>
                  <a:lnTo>
                    <a:pt x="140" y="690"/>
                  </a:lnTo>
                  <a:lnTo>
                    <a:pt x="180" y="679"/>
                  </a:lnTo>
                  <a:lnTo>
                    <a:pt x="180" y="679"/>
                  </a:lnTo>
                  <a:lnTo>
                    <a:pt x="222" y="666"/>
                  </a:lnTo>
                  <a:lnTo>
                    <a:pt x="243" y="662"/>
                  </a:lnTo>
                  <a:lnTo>
                    <a:pt x="263" y="659"/>
                  </a:lnTo>
                  <a:lnTo>
                    <a:pt x="280" y="659"/>
                  </a:lnTo>
                  <a:lnTo>
                    <a:pt x="297" y="662"/>
                  </a:lnTo>
                  <a:lnTo>
                    <a:pt x="306" y="663"/>
                  </a:lnTo>
                  <a:lnTo>
                    <a:pt x="313" y="668"/>
                  </a:lnTo>
                  <a:lnTo>
                    <a:pt x="320" y="673"/>
                  </a:lnTo>
                  <a:lnTo>
                    <a:pt x="327" y="679"/>
                  </a:lnTo>
                  <a:lnTo>
                    <a:pt x="327" y="679"/>
                  </a:lnTo>
                  <a:lnTo>
                    <a:pt x="339" y="691"/>
                  </a:lnTo>
                  <a:lnTo>
                    <a:pt x="350" y="707"/>
                  </a:lnTo>
                  <a:lnTo>
                    <a:pt x="359" y="724"/>
                  </a:lnTo>
                  <a:lnTo>
                    <a:pt x="366" y="743"/>
                  </a:lnTo>
                  <a:lnTo>
                    <a:pt x="372" y="763"/>
                  </a:lnTo>
                  <a:lnTo>
                    <a:pt x="375" y="783"/>
                  </a:lnTo>
                  <a:lnTo>
                    <a:pt x="378" y="803"/>
                  </a:lnTo>
                  <a:lnTo>
                    <a:pt x="378" y="824"/>
                  </a:lnTo>
                  <a:lnTo>
                    <a:pt x="378" y="845"/>
                  </a:lnTo>
                  <a:lnTo>
                    <a:pt x="375" y="866"/>
                  </a:lnTo>
                  <a:lnTo>
                    <a:pt x="372" y="886"/>
                  </a:lnTo>
                  <a:lnTo>
                    <a:pt x="366" y="904"/>
                  </a:lnTo>
                  <a:lnTo>
                    <a:pt x="359" y="923"/>
                  </a:lnTo>
                  <a:lnTo>
                    <a:pt x="350" y="940"/>
                  </a:lnTo>
                  <a:lnTo>
                    <a:pt x="339" y="956"/>
                  </a:lnTo>
                  <a:lnTo>
                    <a:pt x="327" y="970"/>
                  </a:lnTo>
                  <a:lnTo>
                    <a:pt x="327" y="970"/>
                  </a:lnTo>
                  <a:lnTo>
                    <a:pt x="320" y="976"/>
                  </a:lnTo>
                  <a:lnTo>
                    <a:pt x="313" y="981"/>
                  </a:lnTo>
                  <a:lnTo>
                    <a:pt x="306" y="984"/>
                  </a:lnTo>
                  <a:lnTo>
                    <a:pt x="297" y="987"/>
                  </a:lnTo>
                  <a:lnTo>
                    <a:pt x="280" y="990"/>
                  </a:lnTo>
                  <a:lnTo>
                    <a:pt x="263" y="990"/>
                  </a:lnTo>
                  <a:lnTo>
                    <a:pt x="243" y="987"/>
                  </a:lnTo>
                  <a:lnTo>
                    <a:pt x="222" y="982"/>
                  </a:lnTo>
                  <a:lnTo>
                    <a:pt x="180" y="970"/>
                  </a:lnTo>
                  <a:lnTo>
                    <a:pt x="180" y="970"/>
                  </a:lnTo>
                  <a:lnTo>
                    <a:pt x="140" y="957"/>
                  </a:lnTo>
                  <a:lnTo>
                    <a:pt x="120" y="954"/>
                  </a:lnTo>
                  <a:lnTo>
                    <a:pt x="99" y="951"/>
                  </a:lnTo>
                  <a:lnTo>
                    <a:pt x="82" y="951"/>
                  </a:lnTo>
                  <a:lnTo>
                    <a:pt x="65" y="953"/>
                  </a:lnTo>
                  <a:lnTo>
                    <a:pt x="56" y="956"/>
                  </a:lnTo>
                  <a:lnTo>
                    <a:pt x="48" y="959"/>
                  </a:lnTo>
                  <a:lnTo>
                    <a:pt x="42" y="964"/>
                  </a:lnTo>
                  <a:lnTo>
                    <a:pt x="36" y="970"/>
                  </a:lnTo>
                  <a:lnTo>
                    <a:pt x="36" y="970"/>
                  </a:lnTo>
                  <a:lnTo>
                    <a:pt x="28" y="978"/>
                  </a:lnTo>
                  <a:lnTo>
                    <a:pt x="22" y="987"/>
                  </a:lnTo>
                  <a:lnTo>
                    <a:pt x="17" y="996"/>
                  </a:lnTo>
                  <a:lnTo>
                    <a:pt x="12" y="1007"/>
                  </a:lnTo>
                  <a:lnTo>
                    <a:pt x="6" y="1031"/>
                  </a:lnTo>
                  <a:lnTo>
                    <a:pt x="1" y="1055"/>
                  </a:lnTo>
                  <a:lnTo>
                    <a:pt x="0" y="1082"/>
                  </a:lnTo>
                  <a:lnTo>
                    <a:pt x="0" y="1110"/>
                  </a:lnTo>
                  <a:lnTo>
                    <a:pt x="3" y="1139"/>
                  </a:lnTo>
                  <a:lnTo>
                    <a:pt x="6" y="1166"/>
                  </a:lnTo>
                  <a:lnTo>
                    <a:pt x="14" y="1219"/>
                  </a:lnTo>
                  <a:lnTo>
                    <a:pt x="23" y="1262"/>
                  </a:lnTo>
                  <a:lnTo>
                    <a:pt x="36" y="1304"/>
                  </a:lnTo>
                  <a:lnTo>
                    <a:pt x="36" y="1304"/>
                  </a:lnTo>
                  <a:lnTo>
                    <a:pt x="76" y="1294"/>
                  </a:lnTo>
                  <a:lnTo>
                    <a:pt x="120" y="1283"/>
                  </a:lnTo>
                  <a:lnTo>
                    <a:pt x="173" y="1275"/>
                  </a:lnTo>
                  <a:lnTo>
                    <a:pt x="201" y="1272"/>
                  </a:lnTo>
                  <a:lnTo>
                    <a:pt x="229" y="1270"/>
                  </a:lnTo>
                  <a:lnTo>
                    <a:pt x="257" y="1269"/>
                  </a:lnTo>
                  <a:lnTo>
                    <a:pt x="283" y="1270"/>
                  </a:lnTo>
                  <a:lnTo>
                    <a:pt x="309" y="1275"/>
                  </a:lnTo>
                  <a:lnTo>
                    <a:pt x="331" y="1281"/>
                  </a:lnTo>
                  <a:lnTo>
                    <a:pt x="342" y="1286"/>
                  </a:lnTo>
                  <a:lnTo>
                    <a:pt x="351" y="1290"/>
                  </a:lnTo>
                  <a:lnTo>
                    <a:pt x="361" y="1297"/>
                  </a:lnTo>
                  <a:lnTo>
                    <a:pt x="369" y="1304"/>
                  </a:lnTo>
                  <a:lnTo>
                    <a:pt x="369" y="1304"/>
                  </a:lnTo>
                  <a:lnTo>
                    <a:pt x="375" y="1311"/>
                  </a:lnTo>
                  <a:lnTo>
                    <a:pt x="380" y="1318"/>
                  </a:lnTo>
                  <a:lnTo>
                    <a:pt x="383" y="1326"/>
                  </a:lnTo>
                  <a:lnTo>
                    <a:pt x="386" y="1334"/>
                  </a:lnTo>
                  <a:lnTo>
                    <a:pt x="389" y="1351"/>
                  </a:lnTo>
                  <a:lnTo>
                    <a:pt x="389" y="1370"/>
                  </a:lnTo>
                  <a:lnTo>
                    <a:pt x="386" y="1388"/>
                  </a:lnTo>
                  <a:lnTo>
                    <a:pt x="381" y="1409"/>
                  </a:lnTo>
                  <a:lnTo>
                    <a:pt x="369" y="1451"/>
                  </a:lnTo>
                  <a:lnTo>
                    <a:pt x="356" y="1491"/>
                  </a:lnTo>
                  <a:lnTo>
                    <a:pt x="351" y="1511"/>
                  </a:lnTo>
                  <a:lnTo>
                    <a:pt x="350" y="1532"/>
                  </a:lnTo>
                  <a:lnTo>
                    <a:pt x="348" y="1550"/>
                  </a:lnTo>
                  <a:lnTo>
                    <a:pt x="351" y="1567"/>
                  </a:lnTo>
                  <a:lnTo>
                    <a:pt x="355" y="1575"/>
                  </a:lnTo>
                  <a:lnTo>
                    <a:pt x="358" y="1583"/>
                  </a:lnTo>
                  <a:lnTo>
                    <a:pt x="362" y="1589"/>
                  </a:lnTo>
                  <a:lnTo>
                    <a:pt x="369" y="1597"/>
                  </a:lnTo>
                  <a:lnTo>
                    <a:pt x="369" y="1597"/>
                  </a:lnTo>
                  <a:lnTo>
                    <a:pt x="383" y="1608"/>
                  </a:lnTo>
                  <a:lnTo>
                    <a:pt x="398" y="1619"/>
                  </a:lnTo>
                  <a:lnTo>
                    <a:pt x="415" y="1628"/>
                  </a:lnTo>
                  <a:lnTo>
                    <a:pt x="434" y="1634"/>
                  </a:lnTo>
                  <a:lnTo>
                    <a:pt x="453" y="1641"/>
                  </a:lnTo>
                  <a:lnTo>
                    <a:pt x="473" y="1645"/>
                  </a:lnTo>
                  <a:lnTo>
                    <a:pt x="495" y="1647"/>
                  </a:lnTo>
                  <a:lnTo>
                    <a:pt x="515" y="1648"/>
                  </a:lnTo>
                  <a:lnTo>
                    <a:pt x="535" y="1647"/>
                  </a:lnTo>
                  <a:lnTo>
                    <a:pt x="557" y="1645"/>
                  </a:lnTo>
                  <a:lnTo>
                    <a:pt x="577" y="1641"/>
                  </a:lnTo>
                  <a:lnTo>
                    <a:pt x="596" y="1634"/>
                  </a:lnTo>
                  <a:lnTo>
                    <a:pt x="615" y="1628"/>
                  </a:lnTo>
                  <a:lnTo>
                    <a:pt x="632" y="1619"/>
                  </a:lnTo>
                  <a:lnTo>
                    <a:pt x="647" y="1608"/>
                  </a:lnTo>
                  <a:lnTo>
                    <a:pt x="661" y="1597"/>
                  </a:lnTo>
                  <a:lnTo>
                    <a:pt x="661" y="1597"/>
                  </a:lnTo>
                  <a:lnTo>
                    <a:pt x="667" y="1589"/>
                  </a:lnTo>
                  <a:lnTo>
                    <a:pt x="672" y="1583"/>
                  </a:lnTo>
                  <a:lnTo>
                    <a:pt x="675" y="1575"/>
                  </a:lnTo>
                  <a:lnTo>
                    <a:pt x="678" y="1567"/>
                  </a:lnTo>
                  <a:lnTo>
                    <a:pt x="681" y="1550"/>
                  </a:lnTo>
                  <a:lnTo>
                    <a:pt x="680" y="1532"/>
                  </a:lnTo>
                  <a:lnTo>
                    <a:pt x="678" y="1511"/>
                  </a:lnTo>
                  <a:lnTo>
                    <a:pt x="674" y="1491"/>
                  </a:lnTo>
                  <a:lnTo>
                    <a:pt x="661" y="1451"/>
                  </a:lnTo>
                  <a:lnTo>
                    <a:pt x="649" y="1409"/>
                  </a:lnTo>
                  <a:lnTo>
                    <a:pt x="644" y="1388"/>
                  </a:lnTo>
                  <a:lnTo>
                    <a:pt x="641" y="1370"/>
                  </a:lnTo>
                  <a:lnTo>
                    <a:pt x="641" y="1351"/>
                  </a:lnTo>
                  <a:lnTo>
                    <a:pt x="644" y="1334"/>
                  </a:lnTo>
                  <a:lnTo>
                    <a:pt x="647" y="1326"/>
                  </a:lnTo>
                  <a:lnTo>
                    <a:pt x="650" y="1318"/>
                  </a:lnTo>
                  <a:lnTo>
                    <a:pt x="655" y="1311"/>
                  </a:lnTo>
                  <a:lnTo>
                    <a:pt x="661" y="1304"/>
                  </a:lnTo>
                  <a:lnTo>
                    <a:pt x="661" y="1304"/>
                  </a:lnTo>
                  <a:lnTo>
                    <a:pt x="669" y="1297"/>
                  </a:lnTo>
                  <a:lnTo>
                    <a:pt x="678" y="1290"/>
                  </a:lnTo>
                  <a:lnTo>
                    <a:pt x="688" y="1286"/>
                  </a:lnTo>
                  <a:lnTo>
                    <a:pt x="699" y="1281"/>
                  </a:lnTo>
                  <a:lnTo>
                    <a:pt x="720" y="1275"/>
                  </a:lnTo>
                  <a:lnTo>
                    <a:pt x="747" y="1270"/>
                  </a:lnTo>
                  <a:lnTo>
                    <a:pt x="773" y="1269"/>
                  </a:lnTo>
                  <a:lnTo>
                    <a:pt x="801" y="1270"/>
                  </a:lnTo>
                  <a:lnTo>
                    <a:pt x="829" y="1272"/>
                  </a:lnTo>
                  <a:lnTo>
                    <a:pt x="857" y="1275"/>
                  </a:lnTo>
                  <a:lnTo>
                    <a:pt x="910" y="1283"/>
                  </a:lnTo>
                  <a:lnTo>
                    <a:pt x="954" y="1294"/>
                  </a:lnTo>
                  <a:lnTo>
                    <a:pt x="994" y="1304"/>
                  </a:lnTo>
                  <a:lnTo>
                    <a:pt x="994" y="1304"/>
                  </a:lnTo>
                  <a:lnTo>
                    <a:pt x="1007" y="1262"/>
                  </a:lnTo>
                  <a:lnTo>
                    <a:pt x="1016" y="1219"/>
                  </a:lnTo>
                  <a:lnTo>
                    <a:pt x="1024" y="1166"/>
                  </a:lnTo>
                  <a:lnTo>
                    <a:pt x="1027" y="1139"/>
                  </a:lnTo>
                  <a:lnTo>
                    <a:pt x="1030" y="1110"/>
                  </a:lnTo>
                  <a:lnTo>
                    <a:pt x="1030" y="1082"/>
                  </a:lnTo>
                  <a:lnTo>
                    <a:pt x="1028" y="1055"/>
                  </a:lnTo>
                  <a:lnTo>
                    <a:pt x="1024" y="1031"/>
                  </a:lnTo>
                  <a:lnTo>
                    <a:pt x="1018" y="1007"/>
                  </a:lnTo>
                  <a:lnTo>
                    <a:pt x="1013" y="996"/>
                  </a:lnTo>
                  <a:lnTo>
                    <a:pt x="1008" y="987"/>
                  </a:lnTo>
                  <a:lnTo>
                    <a:pt x="1002" y="978"/>
                  </a:lnTo>
                  <a:lnTo>
                    <a:pt x="994" y="970"/>
                  </a:lnTo>
                  <a:lnTo>
                    <a:pt x="994" y="970"/>
                  </a:lnTo>
                  <a:lnTo>
                    <a:pt x="988" y="964"/>
                  </a:lnTo>
                  <a:lnTo>
                    <a:pt x="982" y="959"/>
                  </a:lnTo>
                  <a:lnTo>
                    <a:pt x="974" y="956"/>
                  </a:lnTo>
                  <a:lnTo>
                    <a:pt x="965" y="953"/>
                  </a:lnTo>
                  <a:lnTo>
                    <a:pt x="948" y="951"/>
                  </a:lnTo>
                  <a:lnTo>
                    <a:pt x="930" y="951"/>
                  </a:lnTo>
                  <a:lnTo>
                    <a:pt x="910" y="954"/>
                  </a:lnTo>
                  <a:lnTo>
                    <a:pt x="890" y="957"/>
                  </a:lnTo>
                  <a:lnTo>
                    <a:pt x="849" y="970"/>
                  </a:lnTo>
                  <a:lnTo>
                    <a:pt x="849" y="970"/>
                  </a:lnTo>
                  <a:lnTo>
                    <a:pt x="807" y="982"/>
                  </a:lnTo>
                  <a:lnTo>
                    <a:pt x="787" y="987"/>
                  </a:lnTo>
                  <a:lnTo>
                    <a:pt x="767" y="990"/>
                  </a:lnTo>
                  <a:lnTo>
                    <a:pt x="750" y="990"/>
                  </a:lnTo>
                  <a:lnTo>
                    <a:pt x="733" y="987"/>
                  </a:lnTo>
                  <a:lnTo>
                    <a:pt x="723" y="984"/>
                  </a:lnTo>
                  <a:lnTo>
                    <a:pt x="717" y="981"/>
                  </a:lnTo>
                  <a:lnTo>
                    <a:pt x="709" y="976"/>
                  </a:lnTo>
                  <a:lnTo>
                    <a:pt x="703" y="970"/>
                  </a:lnTo>
                  <a:lnTo>
                    <a:pt x="703" y="970"/>
                  </a:lnTo>
                  <a:lnTo>
                    <a:pt x="691" y="956"/>
                  </a:lnTo>
                  <a:lnTo>
                    <a:pt x="680" y="940"/>
                  </a:lnTo>
                  <a:lnTo>
                    <a:pt x="671" y="923"/>
                  </a:lnTo>
                  <a:lnTo>
                    <a:pt x="664" y="904"/>
                  </a:lnTo>
                  <a:lnTo>
                    <a:pt x="658" y="886"/>
                  </a:lnTo>
                  <a:lnTo>
                    <a:pt x="655" y="866"/>
                  </a:lnTo>
                  <a:lnTo>
                    <a:pt x="652" y="845"/>
                  </a:lnTo>
                  <a:lnTo>
                    <a:pt x="652" y="824"/>
                  </a:lnTo>
                  <a:lnTo>
                    <a:pt x="652" y="803"/>
                  </a:lnTo>
                  <a:lnTo>
                    <a:pt x="655" y="783"/>
                  </a:lnTo>
                  <a:lnTo>
                    <a:pt x="658" y="763"/>
                  </a:lnTo>
                  <a:lnTo>
                    <a:pt x="664" y="743"/>
                  </a:lnTo>
                  <a:lnTo>
                    <a:pt x="671" y="724"/>
                  </a:lnTo>
                  <a:lnTo>
                    <a:pt x="680" y="707"/>
                  </a:lnTo>
                  <a:lnTo>
                    <a:pt x="691" y="691"/>
                  </a:lnTo>
                  <a:lnTo>
                    <a:pt x="703" y="679"/>
                  </a:lnTo>
                  <a:lnTo>
                    <a:pt x="703" y="679"/>
                  </a:lnTo>
                  <a:lnTo>
                    <a:pt x="709" y="673"/>
                  </a:lnTo>
                  <a:lnTo>
                    <a:pt x="717" y="668"/>
                  </a:lnTo>
                  <a:lnTo>
                    <a:pt x="723" y="663"/>
                  </a:lnTo>
                  <a:lnTo>
                    <a:pt x="733" y="662"/>
                  </a:lnTo>
                  <a:lnTo>
                    <a:pt x="750" y="659"/>
                  </a:lnTo>
                  <a:lnTo>
                    <a:pt x="767" y="659"/>
                  </a:lnTo>
                  <a:lnTo>
                    <a:pt x="787" y="662"/>
                  </a:lnTo>
                  <a:lnTo>
                    <a:pt x="807" y="666"/>
                  </a:lnTo>
                  <a:lnTo>
                    <a:pt x="849" y="679"/>
                  </a:lnTo>
                  <a:lnTo>
                    <a:pt x="849" y="679"/>
                  </a:lnTo>
                  <a:lnTo>
                    <a:pt x="890" y="690"/>
                  </a:lnTo>
                  <a:lnTo>
                    <a:pt x="910" y="694"/>
                  </a:lnTo>
                  <a:lnTo>
                    <a:pt x="930" y="697"/>
                  </a:lnTo>
                  <a:lnTo>
                    <a:pt x="948" y="697"/>
                  </a:lnTo>
                  <a:lnTo>
                    <a:pt x="965" y="694"/>
                  </a:lnTo>
                  <a:lnTo>
                    <a:pt x="974" y="693"/>
                  </a:lnTo>
                  <a:lnTo>
                    <a:pt x="982" y="688"/>
                  </a:lnTo>
                  <a:lnTo>
                    <a:pt x="988" y="683"/>
                  </a:lnTo>
                  <a:lnTo>
                    <a:pt x="994" y="679"/>
                  </a:lnTo>
                  <a:lnTo>
                    <a:pt x="994" y="679"/>
                  </a:lnTo>
                  <a:lnTo>
                    <a:pt x="1002" y="669"/>
                  </a:lnTo>
                  <a:lnTo>
                    <a:pt x="1008" y="662"/>
                  </a:lnTo>
                  <a:lnTo>
                    <a:pt x="1013" y="652"/>
                  </a:lnTo>
                  <a:lnTo>
                    <a:pt x="1018" y="641"/>
                  </a:lnTo>
                  <a:lnTo>
                    <a:pt x="1024" y="618"/>
                  </a:lnTo>
                  <a:lnTo>
                    <a:pt x="1028" y="593"/>
                  </a:lnTo>
                  <a:lnTo>
                    <a:pt x="1030" y="565"/>
                  </a:lnTo>
                  <a:lnTo>
                    <a:pt x="1030" y="537"/>
                  </a:lnTo>
                  <a:lnTo>
                    <a:pt x="1027" y="509"/>
                  </a:lnTo>
                  <a:lnTo>
                    <a:pt x="1024" y="481"/>
                  </a:lnTo>
                  <a:lnTo>
                    <a:pt x="1016" y="430"/>
                  </a:lnTo>
                  <a:lnTo>
                    <a:pt x="1007" y="385"/>
                  </a:lnTo>
                  <a:lnTo>
                    <a:pt x="994" y="344"/>
                  </a:lnTo>
                  <a:lnTo>
                    <a:pt x="994" y="344"/>
                  </a:lnTo>
                  <a:lnTo>
                    <a:pt x="954" y="355"/>
                  </a:lnTo>
                  <a:lnTo>
                    <a:pt x="910" y="364"/>
                  </a:lnTo>
                  <a:lnTo>
                    <a:pt x="857" y="374"/>
                  </a:lnTo>
                  <a:lnTo>
                    <a:pt x="829" y="377"/>
                  </a:lnTo>
                  <a:lnTo>
                    <a:pt x="801" y="378"/>
                  </a:lnTo>
                  <a:lnTo>
                    <a:pt x="773" y="378"/>
                  </a:lnTo>
                  <a:lnTo>
                    <a:pt x="747" y="377"/>
                  </a:lnTo>
                  <a:lnTo>
                    <a:pt x="720" y="374"/>
                  </a:lnTo>
                  <a:lnTo>
                    <a:pt x="699" y="366"/>
                  </a:lnTo>
                  <a:lnTo>
                    <a:pt x="688" y="363"/>
                  </a:lnTo>
                  <a:lnTo>
                    <a:pt x="678" y="357"/>
                  </a:lnTo>
                  <a:lnTo>
                    <a:pt x="669" y="350"/>
                  </a:lnTo>
                  <a:lnTo>
                    <a:pt x="661" y="344"/>
                  </a:lnTo>
                  <a:lnTo>
                    <a:pt x="661" y="344"/>
                  </a:lnTo>
                  <a:lnTo>
                    <a:pt x="655" y="338"/>
                  </a:lnTo>
                  <a:lnTo>
                    <a:pt x="650" y="330"/>
                  </a:lnTo>
                  <a:lnTo>
                    <a:pt x="647" y="322"/>
                  </a:lnTo>
                  <a:lnTo>
                    <a:pt x="644" y="315"/>
                  </a:lnTo>
                  <a:lnTo>
                    <a:pt x="641" y="297"/>
                  </a:lnTo>
                  <a:lnTo>
                    <a:pt x="641" y="279"/>
                  </a:lnTo>
                  <a:lnTo>
                    <a:pt x="644" y="260"/>
                  </a:lnTo>
                  <a:lnTo>
                    <a:pt x="649" y="240"/>
                  </a:lnTo>
                  <a:lnTo>
                    <a:pt x="661" y="198"/>
                  </a:lnTo>
                  <a:lnTo>
                    <a:pt x="674" y="156"/>
                  </a:lnTo>
                  <a:lnTo>
                    <a:pt x="678" y="136"/>
                  </a:lnTo>
                  <a:lnTo>
                    <a:pt x="680" y="117"/>
                  </a:lnTo>
                  <a:lnTo>
                    <a:pt x="681" y="98"/>
                  </a:lnTo>
                  <a:lnTo>
                    <a:pt x="678" y="81"/>
                  </a:lnTo>
                  <a:lnTo>
                    <a:pt x="675" y="73"/>
                  </a:lnTo>
                  <a:lnTo>
                    <a:pt x="672" y="66"/>
                  </a:lnTo>
                  <a:lnTo>
                    <a:pt x="667" y="59"/>
                  </a:lnTo>
                  <a:lnTo>
                    <a:pt x="661" y="52"/>
                  </a:lnTo>
                  <a:lnTo>
                    <a:pt x="661" y="52"/>
                  </a:lnTo>
                  <a:lnTo>
                    <a:pt x="647" y="39"/>
                  </a:lnTo>
                  <a:lnTo>
                    <a:pt x="632" y="30"/>
                  </a:lnTo>
                  <a:lnTo>
                    <a:pt x="615" y="20"/>
                  </a:lnTo>
                  <a:lnTo>
                    <a:pt x="596" y="13"/>
                  </a:lnTo>
                  <a:lnTo>
                    <a:pt x="577" y="8"/>
                  </a:lnTo>
                  <a:lnTo>
                    <a:pt x="557" y="3"/>
                  </a:lnTo>
                  <a:lnTo>
                    <a:pt x="535" y="2"/>
                  </a:lnTo>
                  <a:lnTo>
                    <a:pt x="515" y="0"/>
                  </a:lnTo>
                  <a:lnTo>
                    <a:pt x="515" y="0"/>
                  </a:lnTo>
                  <a:lnTo>
                    <a:pt x="495" y="2"/>
                  </a:lnTo>
                  <a:lnTo>
                    <a:pt x="473" y="3"/>
                  </a:lnTo>
                  <a:lnTo>
                    <a:pt x="453" y="8"/>
                  </a:lnTo>
                  <a:lnTo>
                    <a:pt x="434" y="13"/>
                  </a:lnTo>
                  <a:lnTo>
                    <a:pt x="415" y="20"/>
                  </a:lnTo>
                  <a:lnTo>
                    <a:pt x="398" y="30"/>
                  </a:lnTo>
                  <a:lnTo>
                    <a:pt x="383" y="39"/>
                  </a:lnTo>
                  <a:lnTo>
                    <a:pt x="369" y="52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62"/>
            <p:cNvSpPr/>
            <p:nvPr>
              <p:custDataLst>
                <p:tags r:id="rId13"/>
              </p:custDataLst>
            </p:nvPr>
          </p:nvSpPr>
          <p:spPr bwMode="auto">
            <a:xfrm flipH="1" flipV="1">
              <a:off x="10507063" y="6716437"/>
              <a:ext cx="868932" cy="544270"/>
            </a:xfrm>
            <a:custGeom>
              <a:avLst/>
              <a:gdLst>
                <a:gd name="T0" fmla="*/ 952 w 1646"/>
                <a:gd name="T1" fmla="*/ 66 h 1031"/>
                <a:gd name="T2" fmla="*/ 982 w 1646"/>
                <a:gd name="T3" fmla="*/ 224 h 1031"/>
                <a:gd name="T4" fmla="*/ 980 w 1646"/>
                <a:gd name="T5" fmla="*/ 315 h 1031"/>
                <a:gd name="T6" fmla="*/ 923 w 1646"/>
                <a:gd name="T7" fmla="*/ 360 h 1031"/>
                <a:gd name="T8" fmla="*/ 801 w 1646"/>
                <a:gd name="T9" fmla="*/ 379 h 1031"/>
                <a:gd name="T10" fmla="*/ 691 w 1646"/>
                <a:gd name="T11" fmla="*/ 340 h 1031"/>
                <a:gd name="T12" fmla="*/ 660 w 1646"/>
                <a:gd name="T13" fmla="*/ 299 h 1031"/>
                <a:gd name="T14" fmla="*/ 689 w 1646"/>
                <a:gd name="T15" fmla="*/ 140 h 1031"/>
                <a:gd name="T16" fmla="*/ 688 w 1646"/>
                <a:gd name="T17" fmla="*/ 50 h 1031"/>
                <a:gd name="T18" fmla="*/ 650 w 1646"/>
                <a:gd name="T19" fmla="*/ 18 h 1031"/>
                <a:gd name="T20" fmla="*/ 509 w 1646"/>
                <a:gd name="T21" fmla="*/ 4 h 1031"/>
                <a:gd name="T22" fmla="*/ 355 w 1646"/>
                <a:gd name="T23" fmla="*/ 77 h 1031"/>
                <a:gd name="T24" fmla="*/ 376 w 1646"/>
                <a:gd name="T25" fmla="*/ 285 h 1031"/>
                <a:gd name="T26" fmla="*/ 342 w 1646"/>
                <a:gd name="T27" fmla="*/ 371 h 1031"/>
                <a:gd name="T28" fmla="*/ 296 w 1646"/>
                <a:gd name="T29" fmla="*/ 389 h 1031"/>
                <a:gd name="T30" fmla="*/ 155 w 1646"/>
                <a:gd name="T31" fmla="*/ 358 h 1031"/>
                <a:gd name="T32" fmla="*/ 65 w 1646"/>
                <a:gd name="T33" fmla="*/ 360 h 1031"/>
                <a:gd name="T34" fmla="*/ 19 w 1646"/>
                <a:gd name="T35" fmla="*/ 416 h 1031"/>
                <a:gd name="T36" fmla="*/ 0 w 1646"/>
                <a:gd name="T37" fmla="*/ 537 h 1031"/>
                <a:gd name="T38" fmla="*/ 39 w 1646"/>
                <a:gd name="T39" fmla="*/ 648 h 1031"/>
                <a:gd name="T40" fmla="*/ 81 w 1646"/>
                <a:gd name="T41" fmla="*/ 679 h 1031"/>
                <a:gd name="T42" fmla="*/ 197 w 1646"/>
                <a:gd name="T43" fmla="*/ 662 h 1031"/>
                <a:gd name="T44" fmla="*/ 322 w 1646"/>
                <a:gd name="T45" fmla="*/ 648 h 1031"/>
                <a:gd name="T46" fmla="*/ 356 w 1646"/>
                <a:gd name="T47" fmla="*/ 679 h 1031"/>
                <a:gd name="T48" fmla="*/ 378 w 1646"/>
                <a:gd name="T49" fmla="*/ 802 h 1031"/>
                <a:gd name="T50" fmla="*/ 342 w 1646"/>
                <a:gd name="T51" fmla="*/ 996 h 1031"/>
                <a:gd name="T52" fmla="*/ 565 w 1646"/>
                <a:gd name="T53" fmla="*/ 1031 h 1031"/>
                <a:gd name="T54" fmla="*/ 669 w 1646"/>
                <a:gd name="T55" fmla="*/ 1003 h 1031"/>
                <a:gd name="T56" fmla="*/ 694 w 1646"/>
                <a:gd name="T57" fmla="*/ 967 h 1031"/>
                <a:gd name="T58" fmla="*/ 664 w 1646"/>
                <a:gd name="T59" fmla="*/ 808 h 1031"/>
                <a:gd name="T60" fmla="*/ 666 w 1646"/>
                <a:gd name="T61" fmla="*/ 718 h 1031"/>
                <a:gd name="T62" fmla="*/ 723 w 1646"/>
                <a:gd name="T63" fmla="*/ 673 h 1031"/>
                <a:gd name="T64" fmla="*/ 843 w 1646"/>
                <a:gd name="T65" fmla="*/ 652 h 1031"/>
                <a:gd name="T66" fmla="*/ 955 w 1646"/>
                <a:gd name="T67" fmla="*/ 691 h 1031"/>
                <a:gd name="T68" fmla="*/ 987 w 1646"/>
                <a:gd name="T69" fmla="*/ 733 h 1031"/>
                <a:gd name="T70" fmla="*/ 957 w 1646"/>
                <a:gd name="T71" fmla="*/ 892 h 1031"/>
                <a:gd name="T72" fmla="*/ 958 w 1646"/>
                <a:gd name="T73" fmla="*/ 982 h 1031"/>
                <a:gd name="T74" fmla="*/ 996 w 1646"/>
                <a:gd name="T75" fmla="*/ 1014 h 1031"/>
                <a:gd name="T76" fmla="*/ 1137 w 1646"/>
                <a:gd name="T77" fmla="*/ 1029 h 1031"/>
                <a:gd name="T78" fmla="*/ 1292 w 1646"/>
                <a:gd name="T79" fmla="*/ 954 h 1031"/>
                <a:gd name="T80" fmla="*/ 1270 w 1646"/>
                <a:gd name="T81" fmla="*/ 747 h 1031"/>
                <a:gd name="T82" fmla="*/ 1302 w 1646"/>
                <a:gd name="T83" fmla="*/ 662 h 1031"/>
                <a:gd name="T84" fmla="*/ 1349 w 1646"/>
                <a:gd name="T85" fmla="*/ 643 h 1031"/>
                <a:gd name="T86" fmla="*/ 1491 w 1646"/>
                <a:gd name="T87" fmla="*/ 674 h 1031"/>
                <a:gd name="T88" fmla="*/ 1581 w 1646"/>
                <a:gd name="T89" fmla="*/ 673 h 1031"/>
                <a:gd name="T90" fmla="*/ 1626 w 1646"/>
                <a:gd name="T91" fmla="*/ 615 h 1031"/>
                <a:gd name="T92" fmla="*/ 1646 w 1646"/>
                <a:gd name="T93" fmla="*/ 495 h 1031"/>
                <a:gd name="T94" fmla="*/ 1607 w 1646"/>
                <a:gd name="T95" fmla="*/ 383 h 1031"/>
                <a:gd name="T96" fmla="*/ 1565 w 1646"/>
                <a:gd name="T97" fmla="*/ 354 h 1031"/>
                <a:gd name="T98" fmla="*/ 1449 w 1646"/>
                <a:gd name="T99" fmla="*/ 371 h 1031"/>
                <a:gd name="T100" fmla="*/ 1324 w 1646"/>
                <a:gd name="T101" fmla="*/ 385 h 1031"/>
                <a:gd name="T102" fmla="*/ 1290 w 1646"/>
                <a:gd name="T103" fmla="*/ 354 h 1031"/>
                <a:gd name="T104" fmla="*/ 1268 w 1646"/>
                <a:gd name="T105" fmla="*/ 229 h 1031"/>
                <a:gd name="T106" fmla="*/ 1302 w 1646"/>
                <a:gd name="T107" fmla="*/ 36 h 1031"/>
                <a:gd name="T108" fmla="*/ 1091 w 1646"/>
                <a:gd name="T109" fmla="*/ 0 h 1031"/>
                <a:gd name="T110" fmla="*/ 1005 w 1646"/>
                <a:gd name="T111" fmla="*/ 13 h 1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646" h="1031">
                  <a:moveTo>
                    <a:pt x="969" y="36"/>
                  </a:moveTo>
                  <a:lnTo>
                    <a:pt x="969" y="36"/>
                  </a:lnTo>
                  <a:lnTo>
                    <a:pt x="963" y="42"/>
                  </a:lnTo>
                  <a:lnTo>
                    <a:pt x="958" y="50"/>
                  </a:lnTo>
                  <a:lnTo>
                    <a:pt x="955" y="58"/>
                  </a:lnTo>
                  <a:lnTo>
                    <a:pt x="952" y="66"/>
                  </a:lnTo>
                  <a:lnTo>
                    <a:pt x="949" y="83"/>
                  </a:lnTo>
                  <a:lnTo>
                    <a:pt x="949" y="102"/>
                  </a:lnTo>
                  <a:lnTo>
                    <a:pt x="952" y="120"/>
                  </a:lnTo>
                  <a:lnTo>
                    <a:pt x="957" y="140"/>
                  </a:lnTo>
                  <a:lnTo>
                    <a:pt x="969" y="182"/>
                  </a:lnTo>
                  <a:lnTo>
                    <a:pt x="982" y="224"/>
                  </a:lnTo>
                  <a:lnTo>
                    <a:pt x="985" y="243"/>
                  </a:lnTo>
                  <a:lnTo>
                    <a:pt x="988" y="263"/>
                  </a:lnTo>
                  <a:lnTo>
                    <a:pt x="988" y="282"/>
                  </a:lnTo>
                  <a:lnTo>
                    <a:pt x="987" y="299"/>
                  </a:lnTo>
                  <a:lnTo>
                    <a:pt x="983" y="307"/>
                  </a:lnTo>
                  <a:lnTo>
                    <a:pt x="980" y="315"/>
                  </a:lnTo>
                  <a:lnTo>
                    <a:pt x="974" y="321"/>
                  </a:lnTo>
                  <a:lnTo>
                    <a:pt x="969" y="329"/>
                  </a:lnTo>
                  <a:lnTo>
                    <a:pt x="969" y="329"/>
                  </a:lnTo>
                  <a:lnTo>
                    <a:pt x="955" y="340"/>
                  </a:lnTo>
                  <a:lnTo>
                    <a:pt x="940" y="351"/>
                  </a:lnTo>
                  <a:lnTo>
                    <a:pt x="923" y="360"/>
                  </a:lnTo>
                  <a:lnTo>
                    <a:pt x="904" y="368"/>
                  </a:lnTo>
                  <a:lnTo>
                    <a:pt x="884" y="372"/>
                  </a:lnTo>
                  <a:lnTo>
                    <a:pt x="865" y="377"/>
                  </a:lnTo>
                  <a:lnTo>
                    <a:pt x="843" y="379"/>
                  </a:lnTo>
                  <a:lnTo>
                    <a:pt x="823" y="380"/>
                  </a:lnTo>
                  <a:lnTo>
                    <a:pt x="801" y="379"/>
                  </a:lnTo>
                  <a:lnTo>
                    <a:pt x="781" y="377"/>
                  </a:lnTo>
                  <a:lnTo>
                    <a:pt x="761" y="372"/>
                  </a:lnTo>
                  <a:lnTo>
                    <a:pt x="742" y="368"/>
                  </a:lnTo>
                  <a:lnTo>
                    <a:pt x="723" y="360"/>
                  </a:lnTo>
                  <a:lnTo>
                    <a:pt x="706" y="351"/>
                  </a:lnTo>
                  <a:lnTo>
                    <a:pt x="691" y="340"/>
                  </a:lnTo>
                  <a:lnTo>
                    <a:pt x="677" y="329"/>
                  </a:lnTo>
                  <a:lnTo>
                    <a:pt x="677" y="329"/>
                  </a:lnTo>
                  <a:lnTo>
                    <a:pt x="671" y="321"/>
                  </a:lnTo>
                  <a:lnTo>
                    <a:pt x="666" y="315"/>
                  </a:lnTo>
                  <a:lnTo>
                    <a:pt x="663" y="307"/>
                  </a:lnTo>
                  <a:lnTo>
                    <a:pt x="660" y="299"/>
                  </a:lnTo>
                  <a:lnTo>
                    <a:pt x="657" y="282"/>
                  </a:lnTo>
                  <a:lnTo>
                    <a:pt x="658" y="263"/>
                  </a:lnTo>
                  <a:lnTo>
                    <a:pt x="660" y="243"/>
                  </a:lnTo>
                  <a:lnTo>
                    <a:pt x="664" y="224"/>
                  </a:lnTo>
                  <a:lnTo>
                    <a:pt x="677" y="182"/>
                  </a:lnTo>
                  <a:lnTo>
                    <a:pt x="689" y="140"/>
                  </a:lnTo>
                  <a:lnTo>
                    <a:pt x="694" y="120"/>
                  </a:lnTo>
                  <a:lnTo>
                    <a:pt x="695" y="102"/>
                  </a:lnTo>
                  <a:lnTo>
                    <a:pt x="697" y="83"/>
                  </a:lnTo>
                  <a:lnTo>
                    <a:pt x="694" y="66"/>
                  </a:lnTo>
                  <a:lnTo>
                    <a:pt x="691" y="58"/>
                  </a:lnTo>
                  <a:lnTo>
                    <a:pt x="688" y="50"/>
                  </a:lnTo>
                  <a:lnTo>
                    <a:pt x="683" y="42"/>
                  </a:lnTo>
                  <a:lnTo>
                    <a:pt x="677" y="36"/>
                  </a:lnTo>
                  <a:lnTo>
                    <a:pt x="677" y="36"/>
                  </a:lnTo>
                  <a:lnTo>
                    <a:pt x="669" y="30"/>
                  </a:lnTo>
                  <a:lnTo>
                    <a:pt x="660" y="24"/>
                  </a:lnTo>
                  <a:lnTo>
                    <a:pt x="650" y="18"/>
                  </a:lnTo>
                  <a:lnTo>
                    <a:pt x="639" y="13"/>
                  </a:lnTo>
                  <a:lnTo>
                    <a:pt x="616" y="7"/>
                  </a:lnTo>
                  <a:lnTo>
                    <a:pt x="591" y="4"/>
                  </a:lnTo>
                  <a:lnTo>
                    <a:pt x="565" y="2"/>
                  </a:lnTo>
                  <a:lnTo>
                    <a:pt x="537" y="2"/>
                  </a:lnTo>
                  <a:lnTo>
                    <a:pt x="509" y="4"/>
                  </a:lnTo>
                  <a:lnTo>
                    <a:pt x="481" y="7"/>
                  </a:lnTo>
                  <a:lnTo>
                    <a:pt x="428" y="16"/>
                  </a:lnTo>
                  <a:lnTo>
                    <a:pt x="384" y="25"/>
                  </a:lnTo>
                  <a:lnTo>
                    <a:pt x="342" y="36"/>
                  </a:lnTo>
                  <a:lnTo>
                    <a:pt x="342" y="36"/>
                  </a:lnTo>
                  <a:lnTo>
                    <a:pt x="355" y="77"/>
                  </a:lnTo>
                  <a:lnTo>
                    <a:pt x="364" y="122"/>
                  </a:lnTo>
                  <a:lnTo>
                    <a:pt x="372" y="173"/>
                  </a:lnTo>
                  <a:lnTo>
                    <a:pt x="375" y="201"/>
                  </a:lnTo>
                  <a:lnTo>
                    <a:pt x="378" y="229"/>
                  </a:lnTo>
                  <a:lnTo>
                    <a:pt x="378" y="257"/>
                  </a:lnTo>
                  <a:lnTo>
                    <a:pt x="376" y="285"/>
                  </a:lnTo>
                  <a:lnTo>
                    <a:pt x="372" y="310"/>
                  </a:lnTo>
                  <a:lnTo>
                    <a:pt x="366" y="333"/>
                  </a:lnTo>
                  <a:lnTo>
                    <a:pt x="361" y="344"/>
                  </a:lnTo>
                  <a:lnTo>
                    <a:pt x="356" y="354"/>
                  </a:lnTo>
                  <a:lnTo>
                    <a:pt x="350" y="361"/>
                  </a:lnTo>
                  <a:lnTo>
                    <a:pt x="342" y="371"/>
                  </a:lnTo>
                  <a:lnTo>
                    <a:pt x="342" y="371"/>
                  </a:lnTo>
                  <a:lnTo>
                    <a:pt x="336" y="375"/>
                  </a:lnTo>
                  <a:lnTo>
                    <a:pt x="330" y="380"/>
                  </a:lnTo>
                  <a:lnTo>
                    <a:pt x="322" y="385"/>
                  </a:lnTo>
                  <a:lnTo>
                    <a:pt x="313" y="386"/>
                  </a:lnTo>
                  <a:lnTo>
                    <a:pt x="296" y="389"/>
                  </a:lnTo>
                  <a:lnTo>
                    <a:pt x="278" y="389"/>
                  </a:lnTo>
                  <a:lnTo>
                    <a:pt x="258" y="386"/>
                  </a:lnTo>
                  <a:lnTo>
                    <a:pt x="238" y="382"/>
                  </a:lnTo>
                  <a:lnTo>
                    <a:pt x="197" y="371"/>
                  </a:lnTo>
                  <a:lnTo>
                    <a:pt x="197" y="371"/>
                  </a:lnTo>
                  <a:lnTo>
                    <a:pt x="155" y="358"/>
                  </a:lnTo>
                  <a:lnTo>
                    <a:pt x="135" y="354"/>
                  </a:lnTo>
                  <a:lnTo>
                    <a:pt x="115" y="351"/>
                  </a:lnTo>
                  <a:lnTo>
                    <a:pt x="98" y="351"/>
                  </a:lnTo>
                  <a:lnTo>
                    <a:pt x="81" y="354"/>
                  </a:lnTo>
                  <a:lnTo>
                    <a:pt x="71" y="355"/>
                  </a:lnTo>
                  <a:lnTo>
                    <a:pt x="65" y="360"/>
                  </a:lnTo>
                  <a:lnTo>
                    <a:pt x="57" y="365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9" y="383"/>
                  </a:lnTo>
                  <a:lnTo>
                    <a:pt x="28" y="399"/>
                  </a:lnTo>
                  <a:lnTo>
                    <a:pt x="19" y="416"/>
                  </a:lnTo>
                  <a:lnTo>
                    <a:pt x="12" y="435"/>
                  </a:lnTo>
                  <a:lnTo>
                    <a:pt x="6" y="455"/>
                  </a:lnTo>
                  <a:lnTo>
                    <a:pt x="3" y="475"/>
                  </a:lnTo>
                  <a:lnTo>
                    <a:pt x="0" y="495"/>
                  </a:lnTo>
                  <a:lnTo>
                    <a:pt x="0" y="516"/>
                  </a:lnTo>
                  <a:lnTo>
                    <a:pt x="0" y="537"/>
                  </a:lnTo>
                  <a:lnTo>
                    <a:pt x="3" y="558"/>
                  </a:lnTo>
                  <a:lnTo>
                    <a:pt x="6" y="578"/>
                  </a:lnTo>
                  <a:lnTo>
                    <a:pt x="12" y="596"/>
                  </a:lnTo>
                  <a:lnTo>
                    <a:pt x="19" y="615"/>
                  </a:lnTo>
                  <a:lnTo>
                    <a:pt x="28" y="632"/>
                  </a:lnTo>
                  <a:lnTo>
                    <a:pt x="39" y="648"/>
                  </a:lnTo>
                  <a:lnTo>
                    <a:pt x="51" y="662"/>
                  </a:lnTo>
                  <a:lnTo>
                    <a:pt x="51" y="662"/>
                  </a:lnTo>
                  <a:lnTo>
                    <a:pt x="57" y="668"/>
                  </a:lnTo>
                  <a:lnTo>
                    <a:pt x="65" y="673"/>
                  </a:lnTo>
                  <a:lnTo>
                    <a:pt x="71" y="676"/>
                  </a:lnTo>
                  <a:lnTo>
                    <a:pt x="81" y="679"/>
                  </a:lnTo>
                  <a:lnTo>
                    <a:pt x="98" y="682"/>
                  </a:lnTo>
                  <a:lnTo>
                    <a:pt x="115" y="682"/>
                  </a:lnTo>
                  <a:lnTo>
                    <a:pt x="135" y="679"/>
                  </a:lnTo>
                  <a:lnTo>
                    <a:pt x="155" y="674"/>
                  </a:lnTo>
                  <a:lnTo>
                    <a:pt x="197" y="662"/>
                  </a:lnTo>
                  <a:lnTo>
                    <a:pt x="197" y="662"/>
                  </a:lnTo>
                  <a:lnTo>
                    <a:pt x="238" y="649"/>
                  </a:lnTo>
                  <a:lnTo>
                    <a:pt x="258" y="646"/>
                  </a:lnTo>
                  <a:lnTo>
                    <a:pt x="278" y="643"/>
                  </a:lnTo>
                  <a:lnTo>
                    <a:pt x="296" y="643"/>
                  </a:lnTo>
                  <a:lnTo>
                    <a:pt x="313" y="645"/>
                  </a:lnTo>
                  <a:lnTo>
                    <a:pt x="322" y="648"/>
                  </a:lnTo>
                  <a:lnTo>
                    <a:pt x="330" y="651"/>
                  </a:lnTo>
                  <a:lnTo>
                    <a:pt x="336" y="656"/>
                  </a:lnTo>
                  <a:lnTo>
                    <a:pt x="342" y="662"/>
                  </a:lnTo>
                  <a:lnTo>
                    <a:pt x="342" y="662"/>
                  </a:lnTo>
                  <a:lnTo>
                    <a:pt x="350" y="670"/>
                  </a:lnTo>
                  <a:lnTo>
                    <a:pt x="356" y="679"/>
                  </a:lnTo>
                  <a:lnTo>
                    <a:pt x="361" y="688"/>
                  </a:lnTo>
                  <a:lnTo>
                    <a:pt x="366" y="699"/>
                  </a:lnTo>
                  <a:lnTo>
                    <a:pt x="372" y="723"/>
                  </a:lnTo>
                  <a:lnTo>
                    <a:pt x="376" y="747"/>
                  </a:lnTo>
                  <a:lnTo>
                    <a:pt x="378" y="774"/>
                  </a:lnTo>
                  <a:lnTo>
                    <a:pt x="378" y="802"/>
                  </a:lnTo>
                  <a:lnTo>
                    <a:pt x="375" y="831"/>
                  </a:lnTo>
                  <a:lnTo>
                    <a:pt x="372" y="858"/>
                  </a:lnTo>
                  <a:lnTo>
                    <a:pt x="364" y="911"/>
                  </a:lnTo>
                  <a:lnTo>
                    <a:pt x="355" y="954"/>
                  </a:lnTo>
                  <a:lnTo>
                    <a:pt x="342" y="996"/>
                  </a:lnTo>
                  <a:lnTo>
                    <a:pt x="342" y="996"/>
                  </a:lnTo>
                  <a:lnTo>
                    <a:pt x="384" y="1007"/>
                  </a:lnTo>
                  <a:lnTo>
                    <a:pt x="428" y="1017"/>
                  </a:lnTo>
                  <a:lnTo>
                    <a:pt x="481" y="1026"/>
                  </a:lnTo>
                  <a:lnTo>
                    <a:pt x="509" y="1029"/>
                  </a:lnTo>
                  <a:lnTo>
                    <a:pt x="537" y="1031"/>
                  </a:lnTo>
                  <a:lnTo>
                    <a:pt x="565" y="1031"/>
                  </a:lnTo>
                  <a:lnTo>
                    <a:pt x="591" y="1029"/>
                  </a:lnTo>
                  <a:lnTo>
                    <a:pt x="616" y="1026"/>
                  </a:lnTo>
                  <a:lnTo>
                    <a:pt x="639" y="1018"/>
                  </a:lnTo>
                  <a:lnTo>
                    <a:pt x="650" y="1014"/>
                  </a:lnTo>
                  <a:lnTo>
                    <a:pt x="660" y="1009"/>
                  </a:lnTo>
                  <a:lnTo>
                    <a:pt x="669" y="1003"/>
                  </a:lnTo>
                  <a:lnTo>
                    <a:pt x="677" y="996"/>
                  </a:lnTo>
                  <a:lnTo>
                    <a:pt x="677" y="996"/>
                  </a:lnTo>
                  <a:lnTo>
                    <a:pt x="683" y="990"/>
                  </a:lnTo>
                  <a:lnTo>
                    <a:pt x="688" y="982"/>
                  </a:lnTo>
                  <a:lnTo>
                    <a:pt x="691" y="975"/>
                  </a:lnTo>
                  <a:lnTo>
                    <a:pt x="694" y="967"/>
                  </a:lnTo>
                  <a:lnTo>
                    <a:pt x="697" y="950"/>
                  </a:lnTo>
                  <a:lnTo>
                    <a:pt x="695" y="931"/>
                  </a:lnTo>
                  <a:lnTo>
                    <a:pt x="694" y="912"/>
                  </a:lnTo>
                  <a:lnTo>
                    <a:pt x="689" y="892"/>
                  </a:lnTo>
                  <a:lnTo>
                    <a:pt x="677" y="850"/>
                  </a:lnTo>
                  <a:lnTo>
                    <a:pt x="664" y="808"/>
                  </a:lnTo>
                  <a:lnTo>
                    <a:pt x="660" y="788"/>
                  </a:lnTo>
                  <a:lnTo>
                    <a:pt x="658" y="769"/>
                  </a:lnTo>
                  <a:lnTo>
                    <a:pt x="657" y="751"/>
                  </a:lnTo>
                  <a:lnTo>
                    <a:pt x="660" y="733"/>
                  </a:lnTo>
                  <a:lnTo>
                    <a:pt x="663" y="726"/>
                  </a:lnTo>
                  <a:lnTo>
                    <a:pt x="666" y="718"/>
                  </a:lnTo>
                  <a:lnTo>
                    <a:pt x="671" y="710"/>
                  </a:lnTo>
                  <a:lnTo>
                    <a:pt x="677" y="704"/>
                  </a:lnTo>
                  <a:lnTo>
                    <a:pt x="677" y="704"/>
                  </a:lnTo>
                  <a:lnTo>
                    <a:pt x="691" y="691"/>
                  </a:lnTo>
                  <a:lnTo>
                    <a:pt x="706" y="682"/>
                  </a:lnTo>
                  <a:lnTo>
                    <a:pt x="723" y="673"/>
                  </a:lnTo>
                  <a:lnTo>
                    <a:pt x="742" y="665"/>
                  </a:lnTo>
                  <a:lnTo>
                    <a:pt x="761" y="660"/>
                  </a:lnTo>
                  <a:lnTo>
                    <a:pt x="781" y="656"/>
                  </a:lnTo>
                  <a:lnTo>
                    <a:pt x="801" y="652"/>
                  </a:lnTo>
                  <a:lnTo>
                    <a:pt x="823" y="652"/>
                  </a:lnTo>
                  <a:lnTo>
                    <a:pt x="843" y="652"/>
                  </a:lnTo>
                  <a:lnTo>
                    <a:pt x="865" y="656"/>
                  </a:lnTo>
                  <a:lnTo>
                    <a:pt x="884" y="660"/>
                  </a:lnTo>
                  <a:lnTo>
                    <a:pt x="904" y="665"/>
                  </a:lnTo>
                  <a:lnTo>
                    <a:pt x="923" y="673"/>
                  </a:lnTo>
                  <a:lnTo>
                    <a:pt x="940" y="682"/>
                  </a:lnTo>
                  <a:lnTo>
                    <a:pt x="955" y="691"/>
                  </a:lnTo>
                  <a:lnTo>
                    <a:pt x="969" y="704"/>
                  </a:lnTo>
                  <a:lnTo>
                    <a:pt x="969" y="704"/>
                  </a:lnTo>
                  <a:lnTo>
                    <a:pt x="974" y="710"/>
                  </a:lnTo>
                  <a:lnTo>
                    <a:pt x="980" y="718"/>
                  </a:lnTo>
                  <a:lnTo>
                    <a:pt x="983" y="726"/>
                  </a:lnTo>
                  <a:lnTo>
                    <a:pt x="987" y="733"/>
                  </a:lnTo>
                  <a:lnTo>
                    <a:pt x="988" y="751"/>
                  </a:lnTo>
                  <a:lnTo>
                    <a:pt x="988" y="769"/>
                  </a:lnTo>
                  <a:lnTo>
                    <a:pt x="985" y="788"/>
                  </a:lnTo>
                  <a:lnTo>
                    <a:pt x="982" y="808"/>
                  </a:lnTo>
                  <a:lnTo>
                    <a:pt x="969" y="850"/>
                  </a:lnTo>
                  <a:lnTo>
                    <a:pt x="957" y="892"/>
                  </a:lnTo>
                  <a:lnTo>
                    <a:pt x="952" y="912"/>
                  </a:lnTo>
                  <a:lnTo>
                    <a:pt x="949" y="931"/>
                  </a:lnTo>
                  <a:lnTo>
                    <a:pt x="949" y="950"/>
                  </a:lnTo>
                  <a:lnTo>
                    <a:pt x="952" y="967"/>
                  </a:lnTo>
                  <a:lnTo>
                    <a:pt x="955" y="975"/>
                  </a:lnTo>
                  <a:lnTo>
                    <a:pt x="958" y="982"/>
                  </a:lnTo>
                  <a:lnTo>
                    <a:pt x="963" y="990"/>
                  </a:lnTo>
                  <a:lnTo>
                    <a:pt x="969" y="996"/>
                  </a:lnTo>
                  <a:lnTo>
                    <a:pt x="969" y="996"/>
                  </a:lnTo>
                  <a:lnTo>
                    <a:pt x="977" y="1003"/>
                  </a:lnTo>
                  <a:lnTo>
                    <a:pt x="985" y="1009"/>
                  </a:lnTo>
                  <a:lnTo>
                    <a:pt x="996" y="1014"/>
                  </a:lnTo>
                  <a:lnTo>
                    <a:pt x="1005" y="1018"/>
                  </a:lnTo>
                  <a:lnTo>
                    <a:pt x="1029" y="1026"/>
                  </a:lnTo>
                  <a:lnTo>
                    <a:pt x="1055" y="1029"/>
                  </a:lnTo>
                  <a:lnTo>
                    <a:pt x="1081" y="1031"/>
                  </a:lnTo>
                  <a:lnTo>
                    <a:pt x="1109" y="1031"/>
                  </a:lnTo>
                  <a:lnTo>
                    <a:pt x="1137" y="1029"/>
                  </a:lnTo>
                  <a:lnTo>
                    <a:pt x="1165" y="1026"/>
                  </a:lnTo>
                  <a:lnTo>
                    <a:pt x="1218" y="1017"/>
                  </a:lnTo>
                  <a:lnTo>
                    <a:pt x="1262" y="1007"/>
                  </a:lnTo>
                  <a:lnTo>
                    <a:pt x="1302" y="996"/>
                  </a:lnTo>
                  <a:lnTo>
                    <a:pt x="1302" y="996"/>
                  </a:lnTo>
                  <a:lnTo>
                    <a:pt x="1292" y="954"/>
                  </a:lnTo>
                  <a:lnTo>
                    <a:pt x="1282" y="911"/>
                  </a:lnTo>
                  <a:lnTo>
                    <a:pt x="1273" y="858"/>
                  </a:lnTo>
                  <a:lnTo>
                    <a:pt x="1270" y="831"/>
                  </a:lnTo>
                  <a:lnTo>
                    <a:pt x="1268" y="802"/>
                  </a:lnTo>
                  <a:lnTo>
                    <a:pt x="1268" y="774"/>
                  </a:lnTo>
                  <a:lnTo>
                    <a:pt x="1270" y="747"/>
                  </a:lnTo>
                  <a:lnTo>
                    <a:pt x="1274" y="723"/>
                  </a:lnTo>
                  <a:lnTo>
                    <a:pt x="1281" y="699"/>
                  </a:lnTo>
                  <a:lnTo>
                    <a:pt x="1285" y="688"/>
                  </a:lnTo>
                  <a:lnTo>
                    <a:pt x="1290" y="679"/>
                  </a:lnTo>
                  <a:lnTo>
                    <a:pt x="1296" y="670"/>
                  </a:lnTo>
                  <a:lnTo>
                    <a:pt x="1302" y="662"/>
                  </a:lnTo>
                  <a:lnTo>
                    <a:pt x="1302" y="662"/>
                  </a:lnTo>
                  <a:lnTo>
                    <a:pt x="1310" y="656"/>
                  </a:lnTo>
                  <a:lnTo>
                    <a:pt x="1316" y="651"/>
                  </a:lnTo>
                  <a:lnTo>
                    <a:pt x="1324" y="648"/>
                  </a:lnTo>
                  <a:lnTo>
                    <a:pt x="1332" y="645"/>
                  </a:lnTo>
                  <a:lnTo>
                    <a:pt x="1349" y="643"/>
                  </a:lnTo>
                  <a:lnTo>
                    <a:pt x="1368" y="643"/>
                  </a:lnTo>
                  <a:lnTo>
                    <a:pt x="1388" y="646"/>
                  </a:lnTo>
                  <a:lnTo>
                    <a:pt x="1407" y="649"/>
                  </a:lnTo>
                  <a:lnTo>
                    <a:pt x="1449" y="662"/>
                  </a:lnTo>
                  <a:lnTo>
                    <a:pt x="1449" y="662"/>
                  </a:lnTo>
                  <a:lnTo>
                    <a:pt x="1491" y="674"/>
                  </a:lnTo>
                  <a:lnTo>
                    <a:pt x="1511" y="679"/>
                  </a:lnTo>
                  <a:lnTo>
                    <a:pt x="1530" y="682"/>
                  </a:lnTo>
                  <a:lnTo>
                    <a:pt x="1548" y="682"/>
                  </a:lnTo>
                  <a:lnTo>
                    <a:pt x="1565" y="679"/>
                  </a:lnTo>
                  <a:lnTo>
                    <a:pt x="1573" y="676"/>
                  </a:lnTo>
                  <a:lnTo>
                    <a:pt x="1581" y="673"/>
                  </a:lnTo>
                  <a:lnTo>
                    <a:pt x="1589" y="668"/>
                  </a:lnTo>
                  <a:lnTo>
                    <a:pt x="1595" y="662"/>
                  </a:lnTo>
                  <a:lnTo>
                    <a:pt x="1595" y="662"/>
                  </a:lnTo>
                  <a:lnTo>
                    <a:pt x="1607" y="648"/>
                  </a:lnTo>
                  <a:lnTo>
                    <a:pt x="1618" y="632"/>
                  </a:lnTo>
                  <a:lnTo>
                    <a:pt x="1626" y="615"/>
                  </a:lnTo>
                  <a:lnTo>
                    <a:pt x="1634" y="596"/>
                  </a:lnTo>
                  <a:lnTo>
                    <a:pt x="1640" y="578"/>
                  </a:lnTo>
                  <a:lnTo>
                    <a:pt x="1643" y="558"/>
                  </a:lnTo>
                  <a:lnTo>
                    <a:pt x="1646" y="537"/>
                  </a:lnTo>
                  <a:lnTo>
                    <a:pt x="1646" y="516"/>
                  </a:lnTo>
                  <a:lnTo>
                    <a:pt x="1646" y="495"/>
                  </a:lnTo>
                  <a:lnTo>
                    <a:pt x="1643" y="475"/>
                  </a:lnTo>
                  <a:lnTo>
                    <a:pt x="1640" y="455"/>
                  </a:lnTo>
                  <a:lnTo>
                    <a:pt x="1634" y="435"/>
                  </a:lnTo>
                  <a:lnTo>
                    <a:pt x="1626" y="416"/>
                  </a:lnTo>
                  <a:lnTo>
                    <a:pt x="1618" y="399"/>
                  </a:lnTo>
                  <a:lnTo>
                    <a:pt x="1607" y="383"/>
                  </a:lnTo>
                  <a:lnTo>
                    <a:pt x="1595" y="371"/>
                  </a:lnTo>
                  <a:lnTo>
                    <a:pt x="1595" y="371"/>
                  </a:lnTo>
                  <a:lnTo>
                    <a:pt x="1589" y="365"/>
                  </a:lnTo>
                  <a:lnTo>
                    <a:pt x="1581" y="360"/>
                  </a:lnTo>
                  <a:lnTo>
                    <a:pt x="1573" y="355"/>
                  </a:lnTo>
                  <a:lnTo>
                    <a:pt x="1565" y="354"/>
                  </a:lnTo>
                  <a:lnTo>
                    <a:pt x="1548" y="351"/>
                  </a:lnTo>
                  <a:lnTo>
                    <a:pt x="1530" y="351"/>
                  </a:lnTo>
                  <a:lnTo>
                    <a:pt x="1511" y="354"/>
                  </a:lnTo>
                  <a:lnTo>
                    <a:pt x="1491" y="358"/>
                  </a:lnTo>
                  <a:lnTo>
                    <a:pt x="1449" y="371"/>
                  </a:lnTo>
                  <a:lnTo>
                    <a:pt x="1449" y="371"/>
                  </a:lnTo>
                  <a:lnTo>
                    <a:pt x="1407" y="382"/>
                  </a:lnTo>
                  <a:lnTo>
                    <a:pt x="1388" y="386"/>
                  </a:lnTo>
                  <a:lnTo>
                    <a:pt x="1368" y="389"/>
                  </a:lnTo>
                  <a:lnTo>
                    <a:pt x="1349" y="389"/>
                  </a:lnTo>
                  <a:lnTo>
                    <a:pt x="1332" y="386"/>
                  </a:lnTo>
                  <a:lnTo>
                    <a:pt x="1324" y="385"/>
                  </a:lnTo>
                  <a:lnTo>
                    <a:pt x="1316" y="380"/>
                  </a:lnTo>
                  <a:lnTo>
                    <a:pt x="1310" y="375"/>
                  </a:lnTo>
                  <a:lnTo>
                    <a:pt x="1302" y="371"/>
                  </a:lnTo>
                  <a:lnTo>
                    <a:pt x="1302" y="371"/>
                  </a:lnTo>
                  <a:lnTo>
                    <a:pt x="1296" y="361"/>
                  </a:lnTo>
                  <a:lnTo>
                    <a:pt x="1290" y="354"/>
                  </a:lnTo>
                  <a:lnTo>
                    <a:pt x="1285" y="344"/>
                  </a:lnTo>
                  <a:lnTo>
                    <a:pt x="1281" y="333"/>
                  </a:lnTo>
                  <a:lnTo>
                    <a:pt x="1274" y="310"/>
                  </a:lnTo>
                  <a:lnTo>
                    <a:pt x="1270" y="285"/>
                  </a:lnTo>
                  <a:lnTo>
                    <a:pt x="1268" y="257"/>
                  </a:lnTo>
                  <a:lnTo>
                    <a:pt x="1268" y="229"/>
                  </a:lnTo>
                  <a:lnTo>
                    <a:pt x="1270" y="201"/>
                  </a:lnTo>
                  <a:lnTo>
                    <a:pt x="1273" y="173"/>
                  </a:lnTo>
                  <a:lnTo>
                    <a:pt x="1282" y="122"/>
                  </a:lnTo>
                  <a:lnTo>
                    <a:pt x="1292" y="77"/>
                  </a:lnTo>
                  <a:lnTo>
                    <a:pt x="1302" y="36"/>
                  </a:lnTo>
                  <a:lnTo>
                    <a:pt x="1302" y="36"/>
                  </a:lnTo>
                  <a:lnTo>
                    <a:pt x="1284" y="30"/>
                  </a:lnTo>
                  <a:lnTo>
                    <a:pt x="1234" y="19"/>
                  </a:lnTo>
                  <a:lnTo>
                    <a:pt x="1201" y="13"/>
                  </a:lnTo>
                  <a:lnTo>
                    <a:pt x="1165" y="7"/>
                  </a:lnTo>
                  <a:lnTo>
                    <a:pt x="1128" y="2"/>
                  </a:lnTo>
                  <a:lnTo>
                    <a:pt x="1091" y="0"/>
                  </a:lnTo>
                  <a:lnTo>
                    <a:pt x="1091" y="0"/>
                  </a:lnTo>
                  <a:lnTo>
                    <a:pt x="1072" y="2"/>
                  </a:lnTo>
                  <a:lnTo>
                    <a:pt x="1055" y="4"/>
                  </a:lnTo>
                  <a:lnTo>
                    <a:pt x="1038" y="5"/>
                  </a:lnTo>
                  <a:lnTo>
                    <a:pt x="1021" y="8"/>
                  </a:lnTo>
                  <a:lnTo>
                    <a:pt x="1005" y="13"/>
                  </a:lnTo>
                  <a:lnTo>
                    <a:pt x="993" y="19"/>
                  </a:lnTo>
                  <a:lnTo>
                    <a:pt x="980" y="27"/>
                  </a:lnTo>
                  <a:lnTo>
                    <a:pt x="969" y="36"/>
                  </a:lnTo>
                  <a:close/>
                </a:path>
              </a:pathLst>
            </a:custGeom>
            <a:gradFill flip="none" rotWithShape="1">
              <a:gsLst>
                <a:gs pos="9000">
                  <a:schemeClr val="bg1">
                    <a:lumMod val="6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7" Type="http://schemas.openxmlformats.org/officeDocument/2006/relationships/theme" Target="../theme/theme1.xml"/><Relationship Id="rId36" Type="http://schemas.openxmlformats.org/officeDocument/2006/relationships/image" Target="../media/image2.png"/><Relationship Id="rId35" Type="http://schemas.openxmlformats.org/officeDocument/2006/relationships/tags" Target="../tags/tag160.xml"/><Relationship Id="rId34" Type="http://schemas.openxmlformats.org/officeDocument/2006/relationships/image" Target="file:///D:\qq&#25991;&#20214;\712321467\Image\C2C\Image2\%7b75232B38-A165-1FB7-499C-2E1C792CACB5%7d.png" TargetMode="External"/><Relationship Id="rId33" Type="http://schemas.openxmlformats.org/officeDocument/2006/relationships/image" Target="../media/image1.png"/><Relationship Id="rId32" Type="http://schemas.openxmlformats.org/officeDocument/2006/relationships/tags" Target="../tags/tag159.xml"/><Relationship Id="rId31" Type="http://schemas.openxmlformats.org/officeDocument/2006/relationships/tags" Target="../tags/tag158.xml"/><Relationship Id="rId30" Type="http://schemas.openxmlformats.org/officeDocument/2006/relationships/tags" Target="../tags/tag157.xml"/><Relationship Id="rId3" Type="http://schemas.openxmlformats.org/officeDocument/2006/relationships/slideLayout" Target="../slideLayouts/slideLayout3.xml"/><Relationship Id="rId29" Type="http://schemas.openxmlformats.org/officeDocument/2006/relationships/tags" Target="../tags/tag156.xml"/><Relationship Id="rId28" Type="http://schemas.openxmlformats.org/officeDocument/2006/relationships/tags" Target="../tags/tag155.xml"/><Relationship Id="rId27" Type="http://schemas.openxmlformats.org/officeDocument/2006/relationships/tags" Target="../tags/tag154.xml"/><Relationship Id="rId26" Type="http://schemas.openxmlformats.org/officeDocument/2006/relationships/tags" Target="../tags/tag153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6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7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0"/>
            <a:r>
              <a:rPr lang="zh-CN" altLang="en-US"/>
              <a:t>第二级</a:t>
            </a:r>
            <a:endParaRPr lang="zh-CN" altLang="en-US"/>
          </a:p>
          <a:p>
            <a:pPr lvl="0"/>
            <a:r>
              <a:rPr lang="zh-CN" altLang="en-US"/>
              <a:t>第三级</a:t>
            </a:r>
            <a:endParaRPr lang="zh-CN" altLang="en-US"/>
          </a:p>
          <a:p>
            <a:pPr lvl="0"/>
            <a:r>
              <a:rPr lang="zh-CN" altLang="en-US"/>
              <a:t>第四级</a:t>
            </a:r>
            <a:endParaRPr lang="zh-CN" altLang="en-US"/>
          </a:p>
          <a:p>
            <a:pPr lvl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8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2C532-3DD3-4AAD-9C21-0153226446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9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0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8CAE2-3963-4245-89D6-C0767BCF8AA6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31"/>
            </p:custDataLst>
          </p:nvPr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1073743875" descr="D:\qq文件\712321467\Image\C2C\Image2\{75232B38-A165-1FB7-499C-2E1C792CACB5}.png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 r:link="rId34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9" name="图片 1073743875" descr="学科网 zxxk.com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 r:link="rId34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ransition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image" Target="../media/image5.jpeg"/><Relationship Id="rId7" Type="http://schemas.openxmlformats.org/officeDocument/2006/relationships/tags" Target="../tags/tag165.xml"/><Relationship Id="rId6" Type="http://schemas.openxmlformats.org/officeDocument/2006/relationships/image" Target="../media/image4.jpeg"/><Relationship Id="rId5" Type="http://schemas.openxmlformats.org/officeDocument/2006/relationships/tags" Target="../tags/tag164.xml"/><Relationship Id="rId4" Type="http://schemas.openxmlformats.org/officeDocument/2006/relationships/image" Target="../media/image3.png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6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image" Target="../media/image6.png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tags" Target="../tags/tag16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8.png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tags" Target="../tags/tag17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91.xml"/><Relationship Id="rId19" Type="http://schemas.openxmlformats.org/officeDocument/2006/relationships/image" Target="../media/image13.png"/><Relationship Id="rId18" Type="http://schemas.openxmlformats.org/officeDocument/2006/relationships/image" Target="../media/image12.png"/><Relationship Id="rId17" Type="http://schemas.openxmlformats.org/officeDocument/2006/relationships/image" Target="../media/image11.png"/><Relationship Id="rId16" Type="http://schemas.openxmlformats.org/officeDocument/2006/relationships/image" Target="../media/image10.png"/><Relationship Id="rId15" Type="http://schemas.openxmlformats.org/officeDocument/2006/relationships/tags" Target="../tags/tag203.xml"/><Relationship Id="rId14" Type="http://schemas.openxmlformats.org/officeDocument/2006/relationships/tags" Target="../tags/tag202.xml"/><Relationship Id="rId13" Type="http://schemas.openxmlformats.org/officeDocument/2006/relationships/tags" Target="../tags/tag201.xml"/><Relationship Id="rId12" Type="http://schemas.openxmlformats.org/officeDocument/2006/relationships/image" Target="../media/image9.png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tags" Target="../tags/tag19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2.xml"/><Relationship Id="rId8" Type="http://schemas.openxmlformats.org/officeDocument/2006/relationships/tags" Target="../tags/tag211.xml"/><Relationship Id="rId7" Type="http://schemas.openxmlformats.org/officeDocument/2006/relationships/tags" Target="../tags/tag210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218.xml"/><Relationship Id="rId15" Type="http://schemas.openxmlformats.org/officeDocument/2006/relationships/tags" Target="../tags/tag217.xml"/><Relationship Id="rId14" Type="http://schemas.openxmlformats.org/officeDocument/2006/relationships/image" Target="../media/image14.png"/><Relationship Id="rId13" Type="http://schemas.openxmlformats.org/officeDocument/2006/relationships/tags" Target="../tags/tag216.xml"/><Relationship Id="rId12" Type="http://schemas.openxmlformats.org/officeDocument/2006/relationships/tags" Target="../tags/tag215.xml"/><Relationship Id="rId11" Type="http://schemas.openxmlformats.org/officeDocument/2006/relationships/tags" Target="../tags/tag214.xml"/><Relationship Id="rId10" Type="http://schemas.openxmlformats.org/officeDocument/2006/relationships/tags" Target="../tags/tag213.xml"/><Relationship Id="rId1" Type="http://schemas.openxmlformats.org/officeDocument/2006/relationships/tags" Target="../tags/tag20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4" Type="http://schemas.openxmlformats.org/officeDocument/2006/relationships/slideLayout" Target="../slideLayouts/slideLayout7.xml"/><Relationship Id="rId33" Type="http://schemas.openxmlformats.org/officeDocument/2006/relationships/image" Target="../media/image17.jpeg"/><Relationship Id="rId32" Type="http://schemas.openxmlformats.org/officeDocument/2006/relationships/tags" Target="../tags/tag248.xml"/><Relationship Id="rId31" Type="http://schemas.openxmlformats.org/officeDocument/2006/relationships/image" Target="../media/image16.jpeg"/><Relationship Id="rId30" Type="http://schemas.openxmlformats.org/officeDocument/2006/relationships/tags" Target="../tags/tag247.xml"/><Relationship Id="rId3" Type="http://schemas.openxmlformats.org/officeDocument/2006/relationships/tags" Target="../tags/tag221.xml"/><Relationship Id="rId29" Type="http://schemas.openxmlformats.org/officeDocument/2006/relationships/tags" Target="../tags/tag246.xml"/><Relationship Id="rId28" Type="http://schemas.openxmlformats.org/officeDocument/2006/relationships/tags" Target="../tags/tag245.xml"/><Relationship Id="rId27" Type="http://schemas.openxmlformats.org/officeDocument/2006/relationships/image" Target="../media/image15.jpeg"/><Relationship Id="rId26" Type="http://schemas.openxmlformats.org/officeDocument/2006/relationships/tags" Target="../tags/tag244.xml"/><Relationship Id="rId25" Type="http://schemas.openxmlformats.org/officeDocument/2006/relationships/tags" Target="../tags/tag243.xml"/><Relationship Id="rId24" Type="http://schemas.openxmlformats.org/officeDocument/2006/relationships/tags" Target="../tags/tag242.xml"/><Relationship Id="rId23" Type="http://schemas.openxmlformats.org/officeDocument/2006/relationships/tags" Target="../tags/tag241.xml"/><Relationship Id="rId22" Type="http://schemas.openxmlformats.org/officeDocument/2006/relationships/tags" Target="../tags/tag240.xml"/><Relationship Id="rId21" Type="http://schemas.openxmlformats.org/officeDocument/2006/relationships/tags" Target="../tags/tag239.xml"/><Relationship Id="rId20" Type="http://schemas.openxmlformats.org/officeDocument/2006/relationships/tags" Target="../tags/tag238.xml"/><Relationship Id="rId2" Type="http://schemas.openxmlformats.org/officeDocument/2006/relationships/tags" Target="../tags/tag220.xml"/><Relationship Id="rId19" Type="http://schemas.openxmlformats.org/officeDocument/2006/relationships/tags" Target="../tags/tag237.xml"/><Relationship Id="rId18" Type="http://schemas.openxmlformats.org/officeDocument/2006/relationships/tags" Target="../tags/tag236.xml"/><Relationship Id="rId17" Type="http://schemas.openxmlformats.org/officeDocument/2006/relationships/tags" Target="../tags/tag235.xml"/><Relationship Id="rId16" Type="http://schemas.openxmlformats.org/officeDocument/2006/relationships/tags" Target="../tags/tag234.xml"/><Relationship Id="rId15" Type="http://schemas.openxmlformats.org/officeDocument/2006/relationships/tags" Target="../tags/tag233.xml"/><Relationship Id="rId14" Type="http://schemas.openxmlformats.org/officeDocument/2006/relationships/tags" Target="../tags/tag232.xml"/><Relationship Id="rId13" Type="http://schemas.openxmlformats.org/officeDocument/2006/relationships/tags" Target="../tags/tag231.xml"/><Relationship Id="rId12" Type="http://schemas.openxmlformats.org/officeDocument/2006/relationships/tags" Target="../tags/tag230.xml"/><Relationship Id="rId11" Type="http://schemas.openxmlformats.org/officeDocument/2006/relationships/tags" Target="../tags/tag229.xml"/><Relationship Id="rId10" Type="http://schemas.openxmlformats.org/officeDocument/2006/relationships/tags" Target="../tags/tag228.xml"/><Relationship Id="rId1" Type="http://schemas.openxmlformats.org/officeDocument/2006/relationships/tags" Target="../tags/tag21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3" Type="http://schemas.openxmlformats.org/officeDocument/2006/relationships/notesSlide" Target="../notesSlides/notesSlide1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269.xml"/><Relationship Id="rId20" Type="http://schemas.openxmlformats.org/officeDocument/2006/relationships/tags" Target="../tags/tag268.xml"/><Relationship Id="rId2" Type="http://schemas.openxmlformats.org/officeDocument/2006/relationships/tags" Target="../tags/tag250.xml"/><Relationship Id="rId19" Type="http://schemas.openxmlformats.org/officeDocument/2006/relationships/tags" Target="../tags/tag267.xml"/><Relationship Id="rId18" Type="http://schemas.openxmlformats.org/officeDocument/2006/relationships/tags" Target="../tags/tag266.xml"/><Relationship Id="rId17" Type="http://schemas.openxmlformats.org/officeDocument/2006/relationships/tags" Target="../tags/tag265.xml"/><Relationship Id="rId16" Type="http://schemas.openxmlformats.org/officeDocument/2006/relationships/tags" Target="../tags/tag264.xml"/><Relationship Id="rId15" Type="http://schemas.openxmlformats.org/officeDocument/2006/relationships/tags" Target="../tags/tag263.xml"/><Relationship Id="rId14" Type="http://schemas.openxmlformats.org/officeDocument/2006/relationships/tags" Target="../tags/tag262.xml"/><Relationship Id="rId13" Type="http://schemas.openxmlformats.org/officeDocument/2006/relationships/tags" Target="../tags/tag261.xml"/><Relationship Id="rId12" Type="http://schemas.openxmlformats.org/officeDocument/2006/relationships/tags" Target="../tags/tag260.xml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tags" Target="../tags/tag24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9.png"/><Relationship Id="rId7" Type="http://schemas.openxmlformats.org/officeDocument/2006/relationships/image" Target="../media/image18.jpeg"/><Relationship Id="rId6" Type="http://schemas.openxmlformats.org/officeDocument/2006/relationships/tags" Target="../tags/tag278.xml"/><Relationship Id="rId5" Type="http://schemas.openxmlformats.org/officeDocument/2006/relationships/tags" Target="../tags/tag277.xml"/><Relationship Id="rId4" Type="http://schemas.openxmlformats.org/officeDocument/2006/relationships/tags" Target="../tags/tag276.xml"/><Relationship Id="rId3" Type="http://schemas.openxmlformats.org/officeDocument/2006/relationships/tags" Target="../tags/tag275.xml"/><Relationship Id="rId2" Type="http://schemas.openxmlformats.org/officeDocument/2006/relationships/tags" Target="../tags/tag274.xml"/><Relationship Id="rId1" Type="http://schemas.openxmlformats.org/officeDocument/2006/relationships/tags" Target="../tags/tag27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281.xml"/><Relationship Id="rId2" Type="http://schemas.openxmlformats.org/officeDocument/2006/relationships/image" Target="../media/image20.GIF"/><Relationship Id="rId1" Type="http://schemas.openxmlformats.org/officeDocument/2006/relationships/tags" Target="../tags/tag2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>
            <p:custDataLst>
              <p:tags r:id="rId1"/>
            </p:custDataLst>
          </p:nvPr>
        </p:nvSpPr>
        <p:spPr>
          <a:xfrm>
            <a:off x="223417" y="1161629"/>
            <a:ext cx="118728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zh-CN" altLang="en-US" sz="6000" b="1" strike="noStrike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  <a:cs typeface="+mn-ea"/>
              </a:rPr>
              <a:t>寄生虫的适应</a:t>
            </a:r>
            <a:r>
              <a:rPr lang="zh-CN" altLang="en-US" sz="6000" b="1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  <a:cs typeface="+mn-ea"/>
              </a:rPr>
              <a:t>：</a:t>
            </a:r>
            <a:r>
              <a:rPr lang="zh-CN" altLang="en-US" sz="6000" b="1" strike="noStrike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  <a:cs typeface="+mn-ea"/>
              </a:rPr>
              <a:t>完美的生存策略</a:t>
            </a:r>
            <a:endParaRPr lang="zh-CN" altLang="en-US" sz="6000" b="1" strike="noStrike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楷体" panose="02010609060101010101" charset="-122"/>
              <a:ea typeface="楷体" panose="02010609060101010101" charset="-122"/>
              <a:cs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939925" y="2084264"/>
            <a:ext cx="8312150" cy="15195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 eaLnBrk="1" fontAlgn="auto" latinLnBrk="0" hangingPunct="1">
              <a:lnSpc>
                <a:spcPct val="130000"/>
              </a:lnSpc>
            </a:pPr>
            <a:r>
              <a:rPr lang="zh-CN" altLang="en-US" sz="4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从形态到行为的生存艺术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122920" y="3900805"/>
            <a:ext cx="4069080" cy="30575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9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800" y="3900805"/>
            <a:ext cx="4083050" cy="29578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6505" r="11510"/>
          <a:stretch>
            <a:fillRect/>
          </a:stretch>
        </p:blipFill>
        <p:spPr>
          <a:xfrm>
            <a:off x="4133850" y="3963670"/>
            <a:ext cx="3904615" cy="28473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695361" y="323810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宋体" panose="02010600040101010101" pitchFamily="2" charset="-122"/>
                <a:ea typeface="华文宋体" panose="02010600040101010101" pitchFamily="2" charset="-122"/>
              </a:rPr>
              <a:t>讲解人：姚成</a:t>
            </a:r>
            <a:endParaRPr lang="zh-CN" altLang="en-US" sz="24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0" y="3238104"/>
            <a:ext cx="3591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宋体" panose="02010600040101010101" pitchFamily="2" charset="-122"/>
                <a:ea typeface="华文宋体" panose="02010600040101010101" pitchFamily="2" charset="-122"/>
              </a:rPr>
              <a:t>PPT</a:t>
            </a:r>
            <a:r>
              <a:rPr lang="zh-CN" altLang="en-US" sz="2400" dirty="0">
                <a:latin typeface="华文宋体" panose="02010600040101010101" pitchFamily="2" charset="-122"/>
                <a:ea typeface="华文宋体" panose="02010600040101010101" pitchFamily="2" charset="-122"/>
              </a:rPr>
              <a:t>制作：曾奕鋆，姚成，董孟珂</a:t>
            </a:r>
            <a:endParaRPr lang="zh-CN" altLang="en-US" sz="24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  <p:custDataLst>
      <p:tags r:id="rId9"/>
    </p:custDataLst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52" b="31068"/>
          <a:stretch>
            <a:fillRect/>
          </a:stretch>
        </p:blipFill>
        <p:spPr bwMode="auto">
          <a:xfrm>
            <a:off x="0" y="-634"/>
            <a:ext cx="12192000" cy="322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A-矩形 3"/>
          <p:cNvSpPr/>
          <p:nvPr>
            <p:custDataLst>
              <p:tags r:id="rId3"/>
            </p:custDataLst>
          </p:nvPr>
        </p:nvSpPr>
        <p:spPr>
          <a:xfrm>
            <a:off x="1407795" y="0"/>
            <a:ext cx="3312160" cy="5297805"/>
          </a:xfrm>
          <a:prstGeom prst="rect">
            <a:avLst/>
          </a:prstGeom>
          <a:solidFill>
            <a:schemeClr val="accent2">
              <a:lumMod val="7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PA-文本框 4"/>
          <p:cNvSpPr txBox="1"/>
          <p:nvPr>
            <p:custDataLst>
              <p:tags r:id="rId4"/>
            </p:custDataLst>
          </p:nvPr>
        </p:nvSpPr>
        <p:spPr>
          <a:xfrm>
            <a:off x="1918970" y="2280285"/>
            <a:ext cx="201676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概览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PA-文本框 5"/>
          <p:cNvSpPr txBox="1"/>
          <p:nvPr>
            <p:custDataLst>
              <p:tags r:id="rId5"/>
            </p:custDataLst>
          </p:nvPr>
        </p:nvSpPr>
        <p:spPr>
          <a:xfrm>
            <a:off x="1686936" y="3387270"/>
            <a:ext cx="25202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>
                <a:solidFill>
                  <a:schemeClr val="bg1"/>
                </a:solidFill>
                <a:latin typeface="Arial Black" panose="020B0A04020102020204" charset="0"/>
                <a:ea typeface="微软雅黑" panose="020B0503020204020204" pitchFamily="34" charset="-122"/>
              </a:rPr>
              <a:t>CONTENTS</a:t>
            </a:r>
            <a:endParaRPr lang="zh-CN" altLang="en-US" sz="2800">
              <a:solidFill>
                <a:schemeClr val="bg1"/>
              </a:solidFill>
              <a:latin typeface="Arial Black" panose="020B0A04020102020204" charset="0"/>
              <a:ea typeface="微软雅黑" panose="020B0503020204020204" pitchFamily="34" charset="-122"/>
            </a:endParaRPr>
          </a:p>
        </p:txBody>
      </p:sp>
      <p:cxnSp>
        <p:nvCxnSpPr>
          <p:cNvPr id="23" name="PA-直接连接符 7"/>
          <p:cNvCxnSpPr/>
          <p:nvPr>
            <p:custDataLst>
              <p:tags r:id="rId6"/>
            </p:custDataLst>
          </p:nvPr>
        </p:nvCxnSpPr>
        <p:spPr>
          <a:xfrm>
            <a:off x="1793522" y="4077072"/>
            <a:ext cx="226825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PA-组合 15"/>
          <p:cNvGrpSpPr/>
          <p:nvPr>
            <p:custDataLst>
              <p:tags r:id="rId7"/>
            </p:custDataLst>
          </p:nvPr>
        </p:nvGrpSpPr>
        <p:grpSpPr>
          <a:xfrm>
            <a:off x="5147351" y="3825604"/>
            <a:ext cx="5907952" cy="652780"/>
            <a:chOff x="5307593" y="3686358"/>
            <a:chExt cx="6943959" cy="652780"/>
          </a:xfrm>
        </p:grpSpPr>
        <p:sp>
          <p:nvSpPr>
            <p:cNvPr id="5" name="PA-文本框 9"/>
            <p:cNvSpPr txBox="1"/>
            <p:nvPr>
              <p:custDataLst>
                <p:tags r:id="rId8"/>
              </p:custDataLst>
            </p:nvPr>
          </p:nvSpPr>
          <p:spPr>
            <a:xfrm>
              <a:off x="6029333" y="3791031"/>
              <a:ext cx="6222219" cy="469975"/>
            </a:xfrm>
            <a:prstGeom prst="rect">
              <a:avLst/>
            </a:prstGeom>
            <a:noFill/>
            <a:effectLst/>
          </p:spPr>
          <p:txBody>
            <a:bodyPr wrap="square" lIns="99670" tIns="49835" rIns="99670" bIns="49835" rtlCol="0">
              <a:spAutoFit/>
            </a:bodyPr>
            <a:lstStyle/>
            <a:p>
              <a:pPr marR="0" lvl="0" indent="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生理与生化适应：内部的生存革命</a:t>
              </a:r>
              <a:endPara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PA-文本框 12"/>
            <p:cNvSpPr txBox="1"/>
            <p:nvPr>
              <p:custDataLst>
                <p:tags r:id="rId9"/>
              </p:custDataLst>
            </p:nvPr>
          </p:nvSpPr>
          <p:spPr>
            <a:xfrm>
              <a:off x="5307593" y="3686358"/>
              <a:ext cx="912789" cy="652780"/>
            </a:xfrm>
            <a:prstGeom prst="rect">
              <a:avLst/>
            </a:prstGeom>
            <a:noFill/>
            <a:effectLst/>
          </p:spPr>
          <p:txBody>
            <a:bodyPr wrap="square" lIns="99670" tIns="49835" rIns="99670" bIns="49835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2/</a:t>
              </a:r>
              <a:endPara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PA-文本框 12"/>
          <p:cNvSpPr txBox="1"/>
          <p:nvPr>
            <p:custDataLst>
              <p:tags r:id="rId10"/>
            </p:custDataLst>
          </p:nvPr>
        </p:nvSpPr>
        <p:spPr>
          <a:xfrm>
            <a:off x="5147351" y="3219058"/>
            <a:ext cx="776605" cy="652780"/>
          </a:xfrm>
          <a:prstGeom prst="rect">
            <a:avLst/>
          </a:prstGeom>
          <a:noFill/>
          <a:effectLst/>
        </p:spPr>
        <p:txBody>
          <a:bodyPr wrap="square" lIns="99670" tIns="49835" rIns="99670" bIns="4983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1/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2" name="PA-组合 15"/>
          <p:cNvGrpSpPr/>
          <p:nvPr>
            <p:custDataLst>
              <p:tags r:id="rId11"/>
            </p:custDataLst>
          </p:nvPr>
        </p:nvGrpSpPr>
        <p:grpSpPr>
          <a:xfrm>
            <a:off x="5147352" y="4458691"/>
            <a:ext cx="6031925" cy="652780"/>
            <a:chOff x="3915693" y="3461440"/>
            <a:chExt cx="7089673" cy="652780"/>
          </a:xfrm>
        </p:grpSpPr>
        <p:sp>
          <p:nvSpPr>
            <p:cNvPr id="14" name="PA-文本框 9"/>
            <p:cNvSpPr txBox="1"/>
            <p:nvPr>
              <p:custDataLst>
                <p:tags r:id="rId12"/>
              </p:custDataLst>
            </p:nvPr>
          </p:nvSpPr>
          <p:spPr>
            <a:xfrm>
              <a:off x="4637432" y="3585806"/>
              <a:ext cx="6367934" cy="469975"/>
            </a:xfrm>
            <a:prstGeom prst="rect">
              <a:avLst/>
            </a:prstGeom>
            <a:noFill/>
            <a:effectLst/>
          </p:spPr>
          <p:txBody>
            <a:bodyPr wrap="square" lIns="99670" tIns="49835" rIns="99670" bIns="49835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行为与生殖适应：为繁衍与传播的策略</a:t>
              </a:r>
              <a:endPara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PA-文本框 12"/>
            <p:cNvSpPr txBox="1"/>
            <p:nvPr>
              <p:custDataLst>
                <p:tags r:id="rId13"/>
              </p:custDataLst>
            </p:nvPr>
          </p:nvSpPr>
          <p:spPr>
            <a:xfrm>
              <a:off x="3915693" y="3461440"/>
              <a:ext cx="913536" cy="652780"/>
            </a:xfrm>
            <a:prstGeom prst="rect">
              <a:avLst/>
            </a:prstGeom>
            <a:noFill/>
            <a:effectLst/>
          </p:spPr>
          <p:txBody>
            <a:bodyPr wrap="square" lIns="99670" tIns="49835" rIns="99670" bIns="49835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3/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5147351" y="5083935"/>
            <a:ext cx="688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4/</a:t>
            </a:r>
            <a:endParaRPr lang="zh-CN" altLang="en-US" sz="36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761411" y="3315851"/>
            <a:ext cx="7299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形态适应：为寄生而重塑身体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61411" y="5205793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免疫逃避：终极的“伪装术”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147350" y="5787474"/>
            <a:ext cx="688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5/</a:t>
            </a:r>
            <a:endParaRPr lang="zh-CN" altLang="en-US" sz="36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761411" y="5842102"/>
            <a:ext cx="6530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案例研究：血吸虫的完美适应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34826" y="5458494"/>
            <a:ext cx="11584206" cy="1158074"/>
          </a:xfrm>
          <a:prstGeom prst="rect">
            <a:avLst/>
          </a:prstGeom>
          <a:noFill/>
          <a:ln w="28575">
            <a:noFill/>
            <a:prstDash val="dash"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</a:t>
            </a:r>
            <a:r>
              <a:rPr lang="zh-CN" altLang="en-US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如何牢固地附着在宿主体内？      </a:t>
            </a:r>
            <a:r>
              <a:rPr lang="en-US" altLang="zh-CN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r>
              <a:rPr lang="zh-CN" altLang="en-US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如何抵抗宿主的消化液和免疫系统？</a:t>
            </a:r>
            <a:endParaRPr lang="en-US" altLang="zh-CN" sz="28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</a:t>
            </a:r>
            <a:r>
              <a:rPr lang="zh-CN" altLang="en-US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如何高效地获取营养？                </a:t>
            </a:r>
            <a:r>
              <a:rPr lang="en-US" altLang="zh-CN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d.</a:t>
            </a:r>
            <a:r>
              <a:rPr lang="zh-CN" altLang="en-US" sz="2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如何确保生命周期的延续和传播？</a:t>
            </a:r>
            <a:endParaRPr lang="zh-CN" altLang="en-US" sz="2800" b="1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2"/>
            </p:custDataLst>
          </p:nvPr>
        </p:nvGrpSpPr>
        <p:grpSpPr>
          <a:xfrm>
            <a:off x="6194385" y="541900"/>
            <a:ext cx="4031616" cy="1074550"/>
            <a:chOff x="2176679" y="1143271"/>
            <a:chExt cx="4031616" cy="1074550"/>
          </a:xfrm>
        </p:grpSpPr>
        <p:grpSp>
          <p:nvGrpSpPr>
            <p:cNvPr id="17" name="组合 16"/>
            <p:cNvGrpSpPr/>
            <p:nvPr>
              <p:custDataLst>
                <p:tags r:id="rId3"/>
              </p:custDataLst>
            </p:nvPr>
          </p:nvGrpSpPr>
          <p:grpSpPr>
            <a:xfrm>
              <a:off x="2879558" y="1508083"/>
              <a:ext cx="3328737" cy="561348"/>
              <a:chOff x="2136963" y="1795796"/>
              <a:chExt cx="4870114" cy="963337"/>
            </a:xfrm>
          </p:grpSpPr>
          <p:grpSp>
            <p:nvGrpSpPr>
              <p:cNvPr id="19" name="组合 18"/>
              <p:cNvGrpSpPr/>
              <p:nvPr>
                <p:custDataLst>
                  <p:tags r:id="rId4"/>
                </p:custDataLst>
              </p:nvPr>
            </p:nvGrpSpPr>
            <p:grpSpPr>
              <a:xfrm>
                <a:off x="2136963" y="1795796"/>
                <a:ext cx="4870114" cy="963337"/>
                <a:chOff x="7702026" y="2954254"/>
                <a:chExt cx="1799750" cy="2166787"/>
              </a:xfrm>
            </p:grpSpPr>
            <p:sp>
              <p:nvSpPr>
                <p:cNvPr id="21" name="Oval 6"/>
                <p:cNvSpPr>
                  <a:spLocks noChangeArrowheads="1"/>
                </p:cNvSpPr>
                <p:nvPr>
                  <p:custDataLst>
                    <p:tags r:id="rId5"/>
                  </p:custDataLst>
                </p:nvPr>
              </p:nvSpPr>
              <p:spPr bwMode="auto">
                <a:xfrm>
                  <a:off x="7702026" y="2954254"/>
                  <a:ext cx="1799750" cy="2166787"/>
                </a:xfrm>
                <a:prstGeom prst="roundRect">
                  <a:avLst>
                    <a:gd name="adj" fmla="val 5236"/>
                  </a:avLst>
                </a:prstGeom>
                <a:gradFill>
                  <a:gsLst>
                    <a:gs pos="0">
                      <a:srgbClr val="DDDDDD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19050" cap="flat">
                  <a:gradFill>
                    <a:gsLst>
                      <a:gs pos="0">
                        <a:sysClr val="window" lastClr="FFFFFF"/>
                      </a:gs>
                      <a:gs pos="100000">
                        <a:srgbClr val="DDDDDD"/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>
                  <a:outerShdw blurRad="228600" dist="228600" dir="5400000" algn="t" rotWithShape="0">
                    <a:sysClr val="windowText" lastClr="000000">
                      <a:lumMod val="85000"/>
                      <a:lumOff val="15000"/>
                      <a:alpha val="28000"/>
                    </a:sysClr>
                  </a:outerShdw>
                </a:effec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2" name="Oval 14"/>
                <p:cNvSpPr>
                  <a:spLocks noChangeArrowheads="1"/>
                </p:cNvSpPr>
                <p:nvPr>
                  <p:custDataLst>
                    <p:tags r:id="rId6"/>
                  </p:custDataLst>
                </p:nvPr>
              </p:nvSpPr>
              <p:spPr bwMode="auto">
                <a:xfrm>
                  <a:off x="7745748" y="3180209"/>
                  <a:ext cx="1712305" cy="1583098"/>
                </a:xfrm>
                <a:prstGeom prst="roundRect">
                  <a:avLst>
                    <a:gd name="adj" fmla="val 6889"/>
                  </a:avLst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0" name="矩形 19"/>
              <p:cNvSpPr/>
              <p:nvPr>
                <p:custDataLst>
                  <p:tags r:id="rId7"/>
                </p:custDataLst>
              </p:nvPr>
            </p:nvSpPr>
            <p:spPr>
              <a:xfrm>
                <a:off x="3584301" y="1795796"/>
                <a:ext cx="1846201" cy="8979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寄生虫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pic>
          <p:nvPicPr>
            <p:cNvPr id="18" name="图片 17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6679" y="1143271"/>
              <a:ext cx="1224052" cy="1074550"/>
            </a:xfrm>
            <a:prstGeom prst="rect">
              <a:avLst/>
            </a:prstGeom>
          </p:spPr>
        </p:pic>
      </p:grpSp>
      <p:sp>
        <p:nvSpPr>
          <p:cNvPr id="3" name="文本框 2"/>
          <p:cNvSpPr txBox="1"/>
          <p:nvPr>
            <p:custDataLst>
              <p:tags r:id="rId10"/>
            </p:custDataLst>
          </p:nvPr>
        </p:nvSpPr>
        <p:spPr>
          <a:xfrm>
            <a:off x="157838" y="1468060"/>
            <a:ext cx="11679555" cy="597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just" defTabSz="914400" rtl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生活在另一种生物（宿主）体内或体表，以其为代价获取利益的生物。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6" name="Text Box 7"/>
          <p:cNvSpPr txBox="1"/>
          <p:nvPr>
            <p:custDataLst>
              <p:tags r:id="rId11"/>
            </p:custDataLst>
          </p:nvPr>
        </p:nvSpPr>
        <p:spPr>
          <a:xfrm>
            <a:off x="39370" y="829945"/>
            <a:ext cx="5077422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极端的生存环境与进化压力</a:t>
            </a:r>
            <a:endParaRPr lang="zh-CN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2"/>
            </p:custDataLst>
          </p:nvPr>
        </p:nvSpPr>
        <p:spPr>
          <a:xfrm>
            <a:off x="39370" y="33020"/>
            <a:ext cx="6056630" cy="561349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pitchFamily="34" charset="-122"/>
                <a:sym typeface="+mn-ea"/>
              </a:rPr>
              <a:t>引言：什么是寄生虫与适应？</a:t>
            </a:r>
            <a:endParaRPr lang="zh-CN" altLang="en-US" sz="3600" b="1" spc="16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7838" y="5021244"/>
            <a:ext cx="61693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仿宋" panose="02010600040101010101" pitchFamily="2" charset="-122"/>
                <a:ea typeface="华文仿宋" panose="02010600040101010101" pitchFamily="2" charset="-122"/>
              </a:rPr>
              <a:t>核心挑战：</a:t>
            </a:r>
            <a:endParaRPr lang="zh-CN" altLang="en-US" sz="28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6365" y="2119321"/>
            <a:ext cx="11791866" cy="286258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5"/>
          <p:cNvSpPr txBox="1"/>
          <p:nvPr>
            <p:custDataLst>
              <p:tags r:id="rId1"/>
            </p:custDataLst>
          </p:nvPr>
        </p:nvSpPr>
        <p:spPr>
          <a:xfrm>
            <a:off x="274374" y="994941"/>
            <a:ext cx="11917626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简化与退化</a:t>
            </a:r>
            <a:r>
              <a:rPr lang="zh-CN" altLang="en-US" sz="2800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消化系统退化（如绦虫，通过体表吸收营养）</a:t>
            </a:r>
            <a:endParaRPr lang="zh-CN" altLang="en-US" dirty="0">
              <a:sym typeface="+mn-ea"/>
            </a:endParaRPr>
          </a:p>
        </p:txBody>
      </p:sp>
      <p:sp>
        <p:nvSpPr>
          <p:cNvPr id="46" name="圆角矩形 33"/>
          <p:cNvSpPr/>
          <p:nvPr>
            <p:custDataLst>
              <p:tags r:id="rId2"/>
            </p:custDataLst>
          </p:nvPr>
        </p:nvSpPr>
        <p:spPr>
          <a:xfrm>
            <a:off x="1236593" y="6232510"/>
            <a:ext cx="1680210" cy="414981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绦虫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圆角矩形 7"/>
          <p:cNvSpPr/>
          <p:nvPr>
            <p:custDataLst>
              <p:tags r:id="rId3"/>
            </p:custDataLst>
          </p:nvPr>
        </p:nvSpPr>
        <p:spPr>
          <a:xfrm>
            <a:off x="5301423" y="6253152"/>
            <a:ext cx="1680210" cy="414981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蛔虫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圆角矩形 9"/>
          <p:cNvSpPr/>
          <p:nvPr>
            <p:custDataLst>
              <p:tags r:id="rId4"/>
            </p:custDataLst>
          </p:nvPr>
        </p:nvSpPr>
        <p:spPr>
          <a:xfrm>
            <a:off x="9366252" y="6228546"/>
            <a:ext cx="1680210" cy="414981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锚头鳋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" name="组合 63"/>
          <p:cNvGrpSpPr/>
          <p:nvPr>
            <p:custDataLst>
              <p:tags r:id="rId5"/>
            </p:custDataLst>
          </p:nvPr>
        </p:nvGrpSpPr>
        <p:grpSpPr>
          <a:xfrm>
            <a:off x="-46426" y="-111404"/>
            <a:ext cx="3679162" cy="1443323"/>
            <a:chOff x="109541" y="1"/>
            <a:chExt cx="3679163" cy="1443323"/>
          </a:xfrm>
        </p:grpSpPr>
        <p:grpSp>
          <p:nvGrpSpPr>
            <p:cNvPr id="58" name="组合 57"/>
            <p:cNvGrpSpPr/>
            <p:nvPr>
              <p:custDataLst>
                <p:tags r:id="rId6"/>
              </p:custDataLst>
            </p:nvPr>
          </p:nvGrpSpPr>
          <p:grpSpPr>
            <a:xfrm>
              <a:off x="1194586" y="358433"/>
              <a:ext cx="2594118" cy="714207"/>
              <a:chOff x="1194586" y="358433"/>
              <a:chExt cx="2594118" cy="714207"/>
            </a:xfrm>
          </p:grpSpPr>
          <p:grpSp>
            <p:nvGrpSpPr>
              <p:cNvPr id="60" name="组合 59"/>
              <p:cNvGrpSpPr/>
              <p:nvPr>
                <p:custDataLst>
                  <p:tags r:id="rId7"/>
                </p:custDataLst>
              </p:nvPr>
            </p:nvGrpSpPr>
            <p:grpSpPr>
              <a:xfrm>
                <a:off x="1194586" y="358433"/>
                <a:ext cx="2594118" cy="714207"/>
                <a:chOff x="7702026" y="2954254"/>
                <a:chExt cx="1799750" cy="2166787"/>
              </a:xfrm>
            </p:grpSpPr>
            <p:sp>
              <p:nvSpPr>
                <p:cNvPr id="62" name="Oval 6"/>
                <p:cNvSpPr>
                  <a:spLocks noChangeArrowheads="1"/>
                </p:cNvSpPr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7702026" y="2954254"/>
                  <a:ext cx="1799750" cy="2166787"/>
                </a:xfrm>
                <a:prstGeom prst="roundRect">
                  <a:avLst>
                    <a:gd name="adj" fmla="val 5236"/>
                  </a:avLst>
                </a:prstGeom>
                <a:gradFill>
                  <a:gsLst>
                    <a:gs pos="0">
                      <a:srgbClr val="DDDDDD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19050" cap="flat">
                  <a:gradFill>
                    <a:gsLst>
                      <a:gs pos="0">
                        <a:sysClr val="window" lastClr="FFFFFF"/>
                      </a:gs>
                      <a:gs pos="100000">
                        <a:srgbClr val="DDDDDD"/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>
                  <a:outerShdw blurRad="228600" dist="228600" dir="5400000" algn="t" rotWithShape="0">
                    <a:sysClr val="windowText" lastClr="000000">
                      <a:lumMod val="85000"/>
                      <a:lumOff val="15000"/>
                      <a:alpha val="28000"/>
                    </a:sysClr>
                  </a:outerShdw>
                </a:effec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200" kern="0">
                    <a:solidFill>
                      <a:prstClr val="black"/>
                    </a:solidFill>
                    <a:latin typeface="Calibri" panose="020F050202020403020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3" name="Oval 14"/>
                <p:cNvSpPr>
                  <a:spLocks noChangeArrowheads="1"/>
                </p:cNvSpPr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7759113" y="3246099"/>
                  <a:ext cx="1674833" cy="1583098"/>
                </a:xfrm>
                <a:prstGeom prst="roundRect">
                  <a:avLst>
                    <a:gd name="adj" fmla="val 6889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31353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1" name="矩形 60"/>
              <p:cNvSpPr/>
              <p:nvPr>
                <p:custDataLst>
                  <p:tags r:id="rId10"/>
                </p:custDataLst>
              </p:nvPr>
            </p:nvSpPr>
            <p:spPr>
              <a:xfrm>
                <a:off x="1739151" y="465848"/>
                <a:ext cx="162095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形态适应</a:t>
                </a:r>
                <a:endPara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59" name="图片 58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541" y="1"/>
              <a:ext cx="1561229" cy="1443323"/>
            </a:xfrm>
            <a:prstGeom prst="rect">
              <a:avLst/>
            </a:prstGeom>
          </p:spPr>
        </p:pic>
      </p:grpSp>
      <p:cxnSp>
        <p:nvCxnSpPr>
          <p:cNvPr id="66" name="直接连接符 20"/>
          <p:cNvCxnSpPr/>
          <p:nvPr>
            <p:custDataLst>
              <p:tags r:id="rId13"/>
            </p:custDataLst>
          </p:nvPr>
        </p:nvCxnSpPr>
        <p:spPr>
          <a:xfrm flipH="1">
            <a:off x="4098681" y="3130117"/>
            <a:ext cx="0" cy="3525713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直接连接符 21"/>
          <p:cNvCxnSpPr/>
          <p:nvPr>
            <p:custDataLst>
              <p:tags r:id="rId14"/>
            </p:custDataLst>
          </p:nvPr>
        </p:nvCxnSpPr>
        <p:spPr>
          <a:xfrm flipH="1">
            <a:off x="8147881" y="3018357"/>
            <a:ext cx="0" cy="3525713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15"/>
            </p:custDataLst>
          </p:nvPr>
        </p:nvSpPr>
        <p:spPr>
          <a:xfrm>
            <a:off x="3976483" y="345327"/>
            <a:ext cx="8072764" cy="539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pPr indent="0" fontAlgn="auto">
              <a:lnSpc>
                <a:spcPct val="110000"/>
              </a:lnSpc>
              <a:buClrTx/>
              <a:buFontTx/>
            </a:pP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极端的生存压力，造就了寄生虫极其独特的适应性进化！</a:t>
            </a:r>
            <a:endParaRPr lang="zh-CN" altLang="en-US" sz="2400" b="1" dirty="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 fontAlgn="auto">
              <a:lnSpc>
                <a:spcPct val="110000"/>
              </a:lnSpc>
              <a:buClrTx/>
              <a:buFontTx/>
            </a:pPr>
            <a:endParaRPr kumimoji="1" lang="zh-CN" altLang="en-US" sz="3000" dirty="0">
              <a:ln>
                <a:noFill/>
              </a:ln>
              <a:solidFill>
                <a:schemeClr val="tx1"/>
              </a:solidFill>
              <a:effectLst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0680758">
            <a:off x="2500188" y="2020440"/>
            <a:ext cx="932670" cy="9671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02432" y="2346033"/>
            <a:ext cx="75876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  <a:p>
            <a:r>
              <a:rPr lang="zh-CN" altLang="en-US" dirty="0"/>
              <a:t>保护性结构：坚韧的角质层或皮膜，抵抗消化酶（如蛔虫的角质层）。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18911" y="2123161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+mj-ea"/>
                <a:ea typeface="+mj-ea"/>
              </a:rPr>
              <a:t>特化与强化：</a:t>
            </a:r>
            <a:endParaRPr lang="zh-CN" altLang="en-US" sz="28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02432" y="1819129"/>
            <a:ext cx="6206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附着器官：吸盘、钩、钳（如绦虫的头节、桡足类的锚状头）</a:t>
            </a:r>
            <a:endParaRPr lang="zh-CN" altLang="en-US" dirty="0"/>
          </a:p>
        </p:txBody>
      </p:sp>
      <p:sp>
        <p:nvSpPr>
          <p:cNvPr id="8" name="AutoShape 2" descr="绦虫结构图（突出头节钩和吸盘） 的图像结果"/>
          <p:cNvSpPr>
            <a:spLocks noChangeAspect="1" noChangeArrowheads="1"/>
          </p:cNvSpPr>
          <p:nvPr/>
        </p:nvSpPr>
        <p:spPr bwMode="auto">
          <a:xfrm>
            <a:off x="4724400" y="2466975"/>
            <a:ext cx="2743200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AutoShape 4" descr="绦虫结构图（突出头节钩和吸盘） 的图像结果"/>
          <p:cNvSpPr>
            <a:spLocks noChangeAspect="1" noChangeArrowheads="1"/>
          </p:cNvSpPr>
          <p:nvPr/>
        </p:nvSpPr>
        <p:spPr bwMode="auto">
          <a:xfrm>
            <a:off x="4876800" y="2619375"/>
            <a:ext cx="2743200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8082" y="3779190"/>
            <a:ext cx="3347740" cy="242329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62586" y="3820236"/>
            <a:ext cx="3272434" cy="238225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60738" y="3865637"/>
            <a:ext cx="3550136" cy="226174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8" grpId="0" animBg="1"/>
      <p:bldP spid="5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7"/>
          <p:cNvSpPr txBox="1"/>
          <p:nvPr>
            <p:custDataLst>
              <p:tags r:id="rId1"/>
            </p:custDataLst>
          </p:nvPr>
        </p:nvSpPr>
        <p:spPr>
          <a:xfrm>
            <a:off x="3644883" y="59055"/>
            <a:ext cx="4186097" cy="58356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看不见的生存武器</a:t>
            </a:r>
            <a:endParaRPr lang="zh-CN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39370" y="33021"/>
            <a:ext cx="3550285" cy="651510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pitchFamily="34" charset="-122"/>
                <a:sym typeface="+mn-ea"/>
              </a:rPr>
              <a:t>生理与生化适应</a:t>
            </a:r>
            <a:endParaRPr lang="zh-CN" altLang="en-US" sz="3600" b="1" spc="16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157415" y="1579600"/>
            <a:ext cx="1183046" cy="52197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 cmpd="sng">
            <a:noFill/>
            <a:prstDash val="solid"/>
          </a:ln>
        </p:spPr>
        <p:txBody>
          <a:bodyPr wrap="square" anchor="t">
            <a:spAutoFit/>
          </a:bodyPr>
          <a:lstStyle/>
          <a:p>
            <a:pPr lvl="0" defTabSz="457200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内容：</a:t>
            </a:r>
            <a:endParaRPr lang="zh-CN" altLang="en-US" sz="28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6" name="矩形 25"/>
          <p:cNvSpPr/>
          <p:nvPr>
            <p:custDataLst>
              <p:tags r:id="rId4"/>
            </p:custDataLst>
          </p:nvPr>
        </p:nvSpPr>
        <p:spPr>
          <a:xfrm>
            <a:off x="1116330" y="2501265"/>
            <a:ext cx="2072640" cy="4749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厌氧呼吸</a:t>
            </a:r>
            <a:endParaRPr lang="zh-CN" altLang="en-US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1101725" y="4085590"/>
            <a:ext cx="2072640" cy="45529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抗酶特性</a:t>
            </a:r>
            <a:endParaRPr lang="zh-CN" altLang="en-US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>
            <p:custDataLst>
              <p:tags r:id="rId6"/>
            </p:custDataLst>
          </p:nvPr>
        </p:nvSpPr>
        <p:spPr>
          <a:xfrm>
            <a:off x="1116330" y="3293110"/>
            <a:ext cx="2087245" cy="4826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营养吸收</a:t>
            </a:r>
            <a:endParaRPr lang="zh-CN" altLang="en-US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>
            <p:custDataLst>
              <p:tags r:id="rId7"/>
            </p:custDataLst>
          </p:nvPr>
        </p:nvSpPr>
        <p:spPr>
          <a:xfrm>
            <a:off x="1132205" y="4889076"/>
            <a:ext cx="2087880" cy="49212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生化“黑客”</a:t>
            </a:r>
            <a:endParaRPr lang="zh-CN" altLang="en-US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8"/>
            </p:custDataLst>
          </p:nvPr>
        </p:nvGrpSpPr>
        <p:grpSpPr>
          <a:xfrm>
            <a:off x="476885" y="2085340"/>
            <a:ext cx="624840" cy="3082925"/>
            <a:chOff x="3869012" y="4252663"/>
            <a:chExt cx="1211077" cy="3083066"/>
          </a:xfrm>
        </p:grpSpPr>
        <p:cxnSp>
          <p:nvCxnSpPr>
            <p:cNvPr id="15" name="直接连接符 14"/>
            <p:cNvCxnSpPr/>
            <p:nvPr>
              <p:custDataLst>
                <p:tags r:id="rId9"/>
              </p:custDataLst>
            </p:nvPr>
          </p:nvCxnSpPr>
          <p:spPr>
            <a:xfrm flipV="1">
              <a:off x="3880089" y="4927064"/>
              <a:ext cx="1200000" cy="6985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>
              <p:custDataLst>
                <p:tags r:id="rId10"/>
              </p:custDataLst>
            </p:nvPr>
          </p:nvCxnSpPr>
          <p:spPr>
            <a:xfrm flipH="1">
              <a:off x="3869012" y="4252663"/>
              <a:ext cx="11077" cy="3083066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接连接符 13"/>
          <p:cNvCxnSpPr/>
          <p:nvPr>
            <p:custDataLst>
              <p:tags r:id="rId11"/>
            </p:custDataLst>
          </p:nvPr>
        </p:nvCxnSpPr>
        <p:spPr>
          <a:xfrm flipV="1">
            <a:off x="513080" y="3527425"/>
            <a:ext cx="619125" cy="69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12"/>
            </p:custDataLst>
          </p:nvPr>
        </p:nvCxnSpPr>
        <p:spPr>
          <a:xfrm flipV="1">
            <a:off x="492760" y="4340225"/>
            <a:ext cx="619125" cy="69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3"/>
            </p:custDataLst>
          </p:nvPr>
        </p:nvCxnSpPr>
        <p:spPr>
          <a:xfrm flipV="1">
            <a:off x="490220" y="5168265"/>
            <a:ext cx="619125" cy="69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272705" y="2559655"/>
            <a:ext cx="63140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适应宿主肠道等缺氧环境（如蛔虫）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3272705" y="3321279"/>
            <a:ext cx="61693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高效的体表渗透吸收营养</a:t>
            </a:r>
            <a:endParaRPr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3272705" y="4113182"/>
            <a:ext cx="61693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产生抗蛋白酶、抗消化酶的物质</a:t>
            </a:r>
            <a:endParaRPr lang="zh-CN" altLang="en-US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3272705" y="4905085"/>
            <a:ext cx="61693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分泌酶类溶解宿主组织，方便移动和入侵</a:t>
            </a:r>
            <a:endParaRPr lang="zh-CN" altLang="en-US" sz="20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71140" y="0"/>
            <a:ext cx="4232717" cy="2382133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5"/>
            </p:custDataLst>
          </p:nvPr>
        </p:nvSpPr>
        <p:spPr>
          <a:xfrm>
            <a:off x="748938" y="5549043"/>
            <a:ext cx="10828189" cy="8765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marL="727075" indent="-727075" algn="ctr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这些适应不仅是进化生物学上的奇迹，也为人类开发新的抗寄生虫药物（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例如针对其独特的厌氧酶系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）提供了重要的靶点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6" grpId="0" animBg="1"/>
      <p:bldP spid="28" grpId="0" animBg="1"/>
      <p:bldP spid="30" grpId="0" animBg="1"/>
      <p:bldP spid="32" grpId="0" animBg="1"/>
      <p:bldP spid="21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2749201" y="15651"/>
            <a:ext cx="62804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确保繁衍和传播的策略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5366032" y="1142957"/>
            <a:ext cx="1188926" cy="417936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/>
          <a:lstStyle/>
          <a:p>
            <a:pPr algn="ctr" eaLnBrk="1" fontAlgn="auto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pSp>
        <p:nvGrpSpPr>
          <p:cNvPr id="17" name="组合 16"/>
          <p:cNvGrpSpPr/>
          <p:nvPr>
            <p:custDataLst>
              <p:tags r:id="rId3"/>
            </p:custDataLst>
          </p:nvPr>
        </p:nvGrpSpPr>
        <p:grpSpPr>
          <a:xfrm>
            <a:off x="7600761" y="3933155"/>
            <a:ext cx="3804674" cy="584775"/>
            <a:chOff x="924476" y="10401984"/>
            <a:chExt cx="10453282" cy="1170063"/>
          </a:xfrm>
        </p:grpSpPr>
        <p:sp>
          <p:nvSpPr>
            <p:cNvPr id="18" name="文本框 1024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924476" y="10401984"/>
              <a:ext cx="3171852" cy="1170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19" name="矩形 18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947074" y="10401984"/>
              <a:ext cx="4430683" cy="1170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6"/>
            </p:custDataLst>
          </p:nvPr>
        </p:nvGrpSpPr>
        <p:grpSpPr>
          <a:xfrm>
            <a:off x="5154672" y="2868503"/>
            <a:ext cx="2489259" cy="585410"/>
            <a:chOff x="4660656" y="7718193"/>
            <a:chExt cx="7063014" cy="1171336"/>
          </a:xfrm>
        </p:grpSpPr>
        <p:sp>
          <p:nvSpPr>
            <p:cNvPr id="21" name="文本框 1024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660656" y="7719464"/>
              <a:ext cx="3244194" cy="1170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22" name="文本框 1026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810137" y="7718193"/>
              <a:ext cx="4913533" cy="1170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9"/>
            </p:custDataLst>
          </p:nvPr>
        </p:nvGrpSpPr>
        <p:grpSpPr>
          <a:xfrm>
            <a:off x="779353" y="3071367"/>
            <a:ext cx="3372974" cy="584775"/>
            <a:chOff x="4660656" y="5653998"/>
            <a:chExt cx="6748916" cy="1170065"/>
          </a:xfrm>
        </p:grpSpPr>
        <p:sp>
          <p:nvSpPr>
            <p:cNvPr id="24" name="文本框 10249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660656" y="5653998"/>
              <a:ext cx="2028824" cy="1170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25" name="文本框 10265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111298" y="5653998"/>
              <a:ext cx="5298274" cy="1170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</p:grpSp>
      <p:sp>
        <p:nvSpPr>
          <p:cNvPr id="26" name="文本框 25"/>
          <p:cNvSpPr txBox="1"/>
          <p:nvPr>
            <p:custDataLst>
              <p:tags r:id="rId12"/>
            </p:custDataLst>
          </p:nvPr>
        </p:nvSpPr>
        <p:spPr>
          <a:xfrm>
            <a:off x="1049487" y="2025710"/>
            <a:ext cx="2264521" cy="107721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复杂的生命周期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5005656" y="2025710"/>
            <a:ext cx="1813140" cy="107721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惊人的生殖能力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14"/>
            </p:custDataLst>
          </p:nvPr>
        </p:nvSpPr>
        <p:spPr>
          <a:xfrm>
            <a:off x="8255420" y="2061211"/>
            <a:ext cx="1899821" cy="107721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宿主行为操纵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30" name="文本框 29"/>
          <p:cNvSpPr txBox="1"/>
          <p:nvPr>
            <p:custDataLst>
              <p:tags r:id="rId15"/>
            </p:custDataLst>
          </p:nvPr>
        </p:nvSpPr>
        <p:spPr>
          <a:xfrm>
            <a:off x="8193405" y="3246120"/>
            <a:ext cx="3656965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r>
              <a:rPr lang="zh-CN" altLang="en-US" sz="21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寄生虫“控制”宿主行为以完成传播</a:t>
            </a:r>
            <a:endParaRPr lang="zh-CN" altLang="en-US" sz="21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16"/>
            </p:custDataLst>
          </p:nvPr>
        </p:nvSpPr>
        <p:spPr>
          <a:xfrm>
            <a:off x="4455616" y="557904"/>
            <a:ext cx="3057247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 anchor="t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行为和生殖适应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7"/>
            </p:custDataLst>
          </p:nvPr>
        </p:nvSpPr>
        <p:spPr>
          <a:xfrm>
            <a:off x="266065" y="3263900"/>
            <a:ext cx="3676650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涉及一个或多个中间宿主和终宿主，增加生存和传播机会</a:t>
            </a:r>
            <a:endParaRPr lang="zh-CN" altLang="en-US" sz="21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8"/>
            </p:custDataLst>
          </p:nvPr>
        </p:nvSpPr>
        <p:spPr>
          <a:xfrm>
            <a:off x="4264660" y="3246120"/>
            <a:ext cx="3606800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r>
              <a:rPr lang="zh-CN" altLang="en-US" sz="21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巨大的繁殖潜力弥补传播过程中的巨大损耗</a:t>
            </a:r>
            <a:endParaRPr lang="zh-CN" altLang="en-US" sz="21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>
            <p:custDataLst>
              <p:tags r:id="rId19"/>
            </p:custDataLst>
          </p:nvPr>
        </p:nvGrpSpPr>
        <p:grpSpPr>
          <a:xfrm>
            <a:off x="2193319" y="1133369"/>
            <a:ext cx="7012012" cy="543268"/>
            <a:chOff x="2209676" y="1873957"/>
            <a:chExt cx="7012012" cy="543268"/>
          </a:xfrm>
        </p:grpSpPr>
        <p:cxnSp>
          <p:nvCxnSpPr>
            <p:cNvPr id="37" name="直接连接符 36"/>
            <p:cNvCxnSpPr/>
            <p:nvPr>
              <p:custDataLst>
                <p:tags r:id="rId20"/>
              </p:custDataLst>
            </p:nvPr>
          </p:nvCxnSpPr>
          <p:spPr>
            <a:xfrm>
              <a:off x="5910956" y="1873957"/>
              <a:ext cx="635" cy="525145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>
              <p:custDataLst>
                <p:tags r:id="rId21"/>
              </p:custDataLst>
            </p:nvPr>
          </p:nvCxnSpPr>
          <p:spPr>
            <a:xfrm flipV="1">
              <a:off x="2209676" y="2090149"/>
              <a:ext cx="7012012" cy="14059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>
              <p:custDataLst>
                <p:tags r:id="rId22"/>
              </p:custDataLst>
            </p:nvPr>
          </p:nvCxnSpPr>
          <p:spPr>
            <a:xfrm flipH="1">
              <a:off x="2209676" y="2097178"/>
              <a:ext cx="0" cy="320047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>
              <p:custDataLst>
                <p:tags r:id="rId23"/>
              </p:custDataLst>
            </p:nvPr>
          </p:nvCxnSpPr>
          <p:spPr>
            <a:xfrm flipH="1">
              <a:off x="9221688" y="2090149"/>
              <a:ext cx="0" cy="305060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直接箭头连接符 52"/>
          <p:cNvCxnSpPr/>
          <p:nvPr>
            <p:custDataLst>
              <p:tags r:id="rId24"/>
            </p:custDataLst>
          </p:nvPr>
        </p:nvCxnSpPr>
        <p:spPr>
          <a:xfrm flipH="1">
            <a:off x="5898891" y="1502091"/>
            <a:ext cx="0" cy="5283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>
            <p:custDataLst>
              <p:tags r:id="rId25"/>
            </p:custDataLst>
          </p:nvPr>
        </p:nvCxnSpPr>
        <p:spPr>
          <a:xfrm flipH="1">
            <a:off x="9205331" y="1560893"/>
            <a:ext cx="0" cy="4978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9"/>
          <p:cNvPicPr>
            <a:picLocks noChangeAspect="1" noChangeArrowheads="1"/>
          </p:cNvPicPr>
          <p:nvPr>
            <p:custDataLst>
              <p:tags r:id="rId26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9961" y="3984784"/>
            <a:ext cx="2837575" cy="19260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8" name="直接箭头连接符 7"/>
          <p:cNvCxnSpPr/>
          <p:nvPr>
            <p:custDataLst>
              <p:tags r:id="rId28"/>
            </p:custDataLst>
          </p:nvPr>
        </p:nvCxnSpPr>
        <p:spPr>
          <a:xfrm flipH="1">
            <a:off x="2193319" y="1502091"/>
            <a:ext cx="0" cy="5283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29"/>
            </p:custDataLst>
          </p:nvPr>
        </p:nvSpPr>
        <p:spPr>
          <a:xfrm>
            <a:off x="2207895" y="2959735"/>
            <a:ext cx="4064000" cy="384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52" b="21252"/>
          <a:stretch>
            <a:fillRect/>
          </a:stretch>
        </p:blipFill>
        <p:spPr>
          <a:xfrm>
            <a:off x="521913" y="4136914"/>
            <a:ext cx="2792095" cy="162179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noFill/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35" name="图片 34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73" b="22573"/>
          <a:stretch>
            <a:fillRect/>
          </a:stretch>
        </p:blipFill>
        <p:spPr>
          <a:xfrm>
            <a:off x="4493720" y="4100980"/>
            <a:ext cx="2791460" cy="167809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noFill/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>
            <p:custDataLst>
              <p:tags r:id="rId1"/>
            </p:custDataLst>
          </p:nvPr>
        </p:nvCxnSpPr>
        <p:spPr>
          <a:xfrm flipV="1">
            <a:off x="4036261" y="5366474"/>
            <a:ext cx="6537396" cy="5706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4111625" y="3999036"/>
            <a:ext cx="6386896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>
            <a:off x="4111625" y="2377440"/>
            <a:ext cx="6240309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六边形 8"/>
          <p:cNvSpPr/>
          <p:nvPr>
            <p:custDataLst>
              <p:tags r:id="rId4"/>
            </p:custDataLst>
          </p:nvPr>
        </p:nvSpPr>
        <p:spPr>
          <a:xfrm>
            <a:off x="1799372" y="2282619"/>
            <a:ext cx="1374532" cy="1146381"/>
          </a:xfrm>
          <a:prstGeom prst="hexagon">
            <a:avLst/>
          </a:prstGeom>
          <a:solidFill>
            <a:srgbClr val="68BE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 dirty="0">
              <a:latin typeface="楷体" panose="02010609060101010101" charset="-122"/>
              <a:ea typeface="楷体" panose="02010609060101010101" charset="-122"/>
              <a:cs typeface="+mn-ea"/>
              <a:sym typeface="MingLiU_HKSCS-ExtB" panose="02020500000000000000" pitchFamily="18" charset="-120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2063834" y="2459646"/>
            <a:ext cx="75052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+mn-ea"/>
                <a:sym typeface="MingLiU_HKSCS-ExtB" panose="02020500000000000000" pitchFamily="18" charset="-120"/>
              </a:rPr>
              <a:t>骗</a:t>
            </a:r>
            <a:endParaRPr lang="zh-CN" altLang="en-US" sz="4400" b="1" dirty="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cs typeface="+mn-ea"/>
              <a:sym typeface="MingLiU_HKSCS-ExtB" panose="02020500000000000000" pitchFamily="18" charset="-120"/>
            </a:endParaRPr>
          </a:p>
        </p:txBody>
      </p:sp>
      <p:sp>
        <p:nvSpPr>
          <p:cNvPr id="11" name="Freeform 7"/>
          <p:cNvSpPr/>
          <p:nvPr>
            <p:custDataLst>
              <p:tags r:id="rId6"/>
            </p:custDataLst>
          </p:nvPr>
        </p:nvSpPr>
        <p:spPr bwMode="auto">
          <a:xfrm flipH="1">
            <a:off x="2857727" y="1507801"/>
            <a:ext cx="1445128" cy="2547171"/>
          </a:xfrm>
          <a:custGeom>
            <a:avLst/>
            <a:gdLst>
              <a:gd name="T0" fmla="*/ 1750 w 1750"/>
              <a:gd name="T1" fmla="*/ 272 h 5527"/>
              <a:gd name="T2" fmla="*/ 314 w 1750"/>
              <a:gd name="T3" fmla="*/ 2778 h 5527"/>
              <a:gd name="T4" fmla="*/ 1699 w 1750"/>
              <a:gd name="T5" fmla="*/ 5254 h 5527"/>
              <a:gd name="T6" fmla="*/ 1542 w 1750"/>
              <a:gd name="T7" fmla="*/ 5527 h 5527"/>
              <a:gd name="T8" fmla="*/ 0 w 1750"/>
              <a:gd name="T9" fmla="*/ 2778 h 5527"/>
              <a:gd name="T10" fmla="*/ 1593 w 1750"/>
              <a:gd name="T11" fmla="*/ 0 h 5527"/>
              <a:gd name="T12" fmla="*/ 1750 w 1750"/>
              <a:gd name="T13" fmla="*/ 272 h 5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50" h="5527">
                <a:moveTo>
                  <a:pt x="1750" y="272"/>
                </a:moveTo>
                <a:cubicBezTo>
                  <a:pt x="891" y="777"/>
                  <a:pt x="314" y="1710"/>
                  <a:pt x="314" y="2778"/>
                </a:cubicBezTo>
                <a:cubicBezTo>
                  <a:pt x="314" y="3825"/>
                  <a:pt x="868" y="4743"/>
                  <a:pt x="1699" y="5254"/>
                </a:cubicBezTo>
                <a:lnTo>
                  <a:pt x="1542" y="5527"/>
                </a:lnTo>
                <a:cubicBezTo>
                  <a:pt x="617" y="4961"/>
                  <a:pt x="0" y="3942"/>
                  <a:pt x="0" y="2778"/>
                </a:cubicBezTo>
                <a:cubicBezTo>
                  <a:pt x="0" y="1594"/>
                  <a:pt x="640" y="559"/>
                  <a:pt x="1593" y="0"/>
                </a:cubicBezTo>
                <a:lnTo>
                  <a:pt x="1750" y="27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lIns="121889" tIns="60944" rIns="121889" bIns="60944"/>
          <a:lstStyle/>
          <a:p>
            <a:pPr>
              <a:defRPr/>
            </a:pPr>
            <a:endParaRPr lang="zh-CN" altLang="en-US" sz="2400" b="1">
              <a:latin typeface="楷体" panose="02010609060101010101" charset="-122"/>
              <a:ea typeface="楷体" panose="02010609060101010101" charset="-122"/>
              <a:cs typeface="+mn-ea"/>
              <a:sym typeface="MingLiU_HKSCS-ExtB" panose="02020500000000000000" pitchFamily="18" charset="-120"/>
            </a:endParaRPr>
          </a:p>
        </p:txBody>
      </p:sp>
      <p:grpSp>
        <p:nvGrpSpPr>
          <p:cNvPr id="12" name="组合 11"/>
          <p:cNvGrpSpPr/>
          <p:nvPr>
            <p:custDataLst>
              <p:tags r:id="rId7"/>
            </p:custDataLst>
          </p:nvPr>
        </p:nvGrpSpPr>
        <p:grpSpPr>
          <a:xfrm>
            <a:off x="4156923" y="1688437"/>
            <a:ext cx="646843" cy="557624"/>
            <a:chOff x="5867317" y="1889686"/>
            <a:chExt cx="647003" cy="557761"/>
          </a:xfrm>
          <a:solidFill>
            <a:srgbClr val="92D050"/>
          </a:solidFill>
        </p:grpSpPr>
        <p:sp>
          <p:nvSpPr>
            <p:cNvPr id="13" name="六边形 12"/>
            <p:cNvSpPr/>
            <p:nvPr>
              <p:custDataLst>
                <p:tags r:id="rId8"/>
              </p:custDataLst>
            </p:nvPr>
          </p:nvSpPr>
          <p:spPr>
            <a:xfrm>
              <a:off x="5867317" y="1889686"/>
              <a:ext cx="647003" cy="557761"/>
            </a:xfrm>
            <a:prstGeom prst="hexagon">
              <a:avLst/>
            </a:prstGeom>
            <a:solidFill>
              <a:srgbClr val="E58C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>
                <a:latin typeface="楷体" panose="02010609060101010101" charset="-122"/>
                <a:ea typeface="楷体" panose="02010609060101010101" charset="-122"/>
                <a:cs typeface="+mn-ea"/>
                <a:sym typeface="MingLiU_HKSCS-ExtB" panose="02020500000000000000" pitchFamily="18" charset="-120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5953496" y="1966641"/>
              <a:ext cx="439529" cy="39887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+mn-ea"/>
                  <a:sym typeface="MingLiU_HKSCS-ExtB" panose="02020500000000000000" pitchFamily="18" charset="-120"/>
                </a:rPr>
                <a:t>01</a:t>
              </a:r>
              <a:endParaRPr lang="en-US" altLang="zh-CN" sz="2000" b="1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+mn-ea"/>
                <a:sym typeface="MingLiU_HKSCS-ExtB" panose="02020500000000000000" pitchFamily="18" charset="-120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10"/>
            </p:custDataLst>
          </p:nvPr>
        </p:nvGrpSpPr>
        <p:grpSpPr>
          <a:xfrm>
            <a:off x="4206095" y="3278678"/>
            <a:ext cx="646843" cy="557624"/>
            <a:chOff x="5867317" y="1889686"/>
            <a:chExt cx="647003" cy="557761"/>
          </a:xfrm>
          <a:solidFill>
            <a:srgbClr val="92D050"/>
          </a:solidFill>
        </p:grpSpPr>
        <p:sp>
          <p:nvSpPr>
            <p:cNvPr id="16" name="六边形 15"/>
            <p:cNvSpPr/>
            <p:nvPr>
              <p:custDataLst>
                <p:tags r:id="rId11"/>
              </p:custDataLst>
            </p:nvPr>
          </p:nvSpPr>
          <p:spPr>
            <a:xfrm>
              <a:off x="5867317" y="1889686"/>
              <a:ext cx="647003" cy="557761"/>
            </a:xfrm>
            <a:prstGeom prst="hexagon">
              <a:avLst/>
            </a:prstGeom>
            <a:solidFill>
              <a:srgbClr val="C8D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>
                <a:latin typeface="楷体" panose="02010609060101010101" charset="-122"/>
                <a:ea typeface="楷体" panose="02010609060101010101" charset="-122"/>
                <a:cs typeface="+mn-ea"/>
                <a:sym typeface="MingLiU_HKSCS-ExtB" panose="02020500000000000000" pitchFamily="18" charset="-120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2"/>
              </p:custDataLst>
            </p:nvPr>
          </p:nvSpPr>
          <p:spPr>
            <a:xfrm>
              <a:off x="5953496" y="1966641"/>
              <a:ext cx="439529" cy="39887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+mn-ea"/>
                  <a:sym typeface="MingLiU_HKSCS-ExtB" panose="02020500000000000000" pitchFamily="18" charset="-120"/>
                </a:rPr>
                <a:t>02</a:t>
              </a:r>
              <a:endParaRPr lang="en-US" altLang="zh-CN" sz="2000" b="1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+mn-ea"/>
                <a:sym typeface="MingLiU_HKSCS-ExtB" panose="02020500000000000000" pitchFamily="18" charset="-120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3"/>
            </p:custDataLst>
          </p:nvPr>
        </p:nvGrpSpPr>
        <p:grpSpPr>
          <a:xfrm>
            <a:off x="4156922" y="4542261"/>
            <a:ext cx="646843" cy="557624"/>
            <a:chOff x="5867317" y="1889686"/>
            <a:chExt cx="647003" cy="557761"/>
          </a:xfrm>
          <a:solidFill>
            <a:srgbClr val="92D050"/>
          </a:solidFill>
        </p:grpSpPr>
        <p:sp>
          <p:nvSpPr>
            <p:cNvPr id="19" name="六边形 18"/>
            <p:cNvSpPr/>
            <p:nvPr>
              <p:custDataLst>
                <p:tags r:id="rId14"/>
              </p:custDataLst>
            </p:nvPr>
          </p:nvSpPr>
          <p:spPr>
            <a:xfrm>
              <a:off x="5867317" y="1889686"/>
              <a:ext cx="647003" cy="557761"/>
            </a:xfrm>
            <a:prstGeom prst="hexagon">
              <a:avLst/>
            </a:prstGeom>
            <a:solidFill>
              <a:srgbClr val="E996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>
                <a:latin typeface="楷体" panose="02010609060101010101" charset="-122"/>
                <a:ea typeface="楷体" panose="02010609060101010101" charset="-122"/>
                <a:cs typeface="+mn-ea"/>
                <a:sym typeface="MingLiU_HKSCS-ExtB" panose="02020500000000000000" pitchFamily="18" charset="-120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5"/>
              </p:custDataLst>
            </p:nvPr>
          </p:nvSpPr>
          <p:spPr>
            <a:xfrm>
              <a:off x="5953496" y="1966641"/>
              <a:ext cx="439529" cy="39887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+mn-ea"/>
                  <a:sym typeface="MingLiU_HKSCS-ExtB" panose="02020500000000000000" pitchFamily="18" charset="-120"/>
                </a:rPr>
                <a:t>03</a:t>
              </a:r>
              <a:endParaRPr lang="en-US" altLang="zh-CN" sz="2000" b="1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+mn-ea"/>
                <a:sym typeface="MingLiU_HKSCS-ExtB" panose="02020500000000000000" pitchFamily="18" charset="-120"/>
              </a:endParaRPr>
            </a:p>
          </p:txBody>
        </p:sp>
      </p:grpSp>
      <p:sp>
        <p:nvSpPr>
          <p:cNvPr id="22" name="TextBox 27"/>
          <p:cNvSpPr txBox="1"/>
          <p:nvPr>
            <p:custDataLst>
              <p:tags r:id="rId16"/>
            </p:custDataLst>
          </p:nvPr>
        </p:nvSpPr>
        <p:spPr>
          <a:xfrm>
            <a:off x="4939096" y="3029806"/>
            <a:ext cx="5559425" cy="941155"/>
          </a:xfrm>
          <a:prstGeom prst="rect">
            <a:avLst/>
          </a:prstGeom>
          <a:noFill/>
        </p:spPr>
        <p:txBody>
          <a:bodyPr wrap="square" lIns="91441" tIns="45720" rIns="91441" bIns="45720">
            <a:spAutoFit/>
          </a:bodyPr>
          <a:lstStyle/>
          <a:p>
            <a:pPr indent="0" algn="l" fontAlgn="auto" latinLnBrk="1">
              <a:lnSpc>
                <a:spcPct val="120000"/>
              </a:lnSpc>
            </a:pPr>
            <a:r>
              <a:rPr lang="zh-CN" altLang="en-US" sz="2400" b="1" kern="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34" charset="-120"/>
                <a:sym typeface="+mn-ea"/>
              </a:rPr>
              <a:t>抗原变异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34" charset="-120"/>
                <a:sym typeface="+mn-ea"/>
              </a:rPr>
              <a:t>：不断改变体表蛋白，让免疫系统“措手不及”（如疟原虫、锥虫）</a:t>
            </a:r>
            <a:endParaRPr lang="en-US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34" charset="-120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17"/>
            </p:custDataLst>
          </p:nvPr>
        </p:nvSpPr>
        <p:spPr>
          <a:xfrm>
            <a:off x="4962108" y="1367139"/>
            <a:ext cx="5916930" cy="941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 latinLnBrk="1">
              <a:lnSpc>
                <a:spcPct val="120000"/>
              </a:lnSpc>
            </a:pPr>
            <a:r>
              <a:rPr lang="zh-CN" altLang="en-US" sz="2400" b="1" kern="100" dirty="0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34" charset="-120"/>
                <a:sym typeface="+mn-ea"/>
              </a:rPr>
              <a:t>抗原伪装</a:t>
            </a:r>
            <a:r>
              <a:rPr lang="zh-CN" altLang="en-US" sz="24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34" charset="-120"/>
                <a:sym typeface="+mn-ea"/>
              </a:rPr>
              <a:t>：获取宿主分子覆盖在体表，“伪装”成宿主自身组织</a:t>
            </a:r>
            <a:endParaRPr lang="en-US" altLang="zh-CN" sz="2400" b="1" kern="1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34" charset="-120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8"/>
            </p:custDataLst>
          </p:nvPr>
        </p:nvSpPr>
        <p:spPr>
          <a:xfrm>
            <a:off x="4939096" y="4328413"/>
            <a:ext cx="5413375" cy="941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 latinLnBrk="1">
              <a:lnSpc>
                <a:spcPct val="120000"/>
              </a:lnSpc>
            </a:pPr>
            <a:r>
              <a:rPr lang="zh-CN" altLang="en-US" sz="2400" b="1" kern="1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34" charset="-120"/>
                <a:sym typeface="+mn-ea"/>
              </a:rPr>
              <a:t>抑制免疫应答</a:t>
            </a:r>
            <a:r>
              <a:rPr lang="zh-CN" altLang="en-US" sz="2400" b="1" kern="1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34" charset="-120"/>
                <a:sym typeface="+mn-ea"/>
              </a:rPr>
              <a:t>：</a:t>
            </a:r>
            <a:r>
              <a:rPr lang="zh-CN" altLang="en-US" sz="24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34" charset="-120"/>
                <a:sym typeface="+mn-ea"/>
              </a:rPr>
              <a:t>直接分泌物质抑制或干扰宿主的免疫细胞功能</a:t>
            </a:r>
            <a:endParaRPr lang="en-US" altLang="zh-CN" sz="2400" b="1" kern="1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34" charset="-120"/>
              <a:sym typeface="+mn-ea"/>
            </a:endParaRPr>
          </a:p>
        </p:txBody>
      </p:sp>
      <p:sp>
        <p:nvSpPr>
          <p:cNvPr id="3" name="TextBox 31"/>
          <p:cNvSpPr txBox="1"/>
          <p:nvPr>
            <p:custDataLst>
              <p:tags r:id="rId19"/>
            </p:custDataLst>
          </p:nvPr>
        </p:nvSpPr>
        <p:spPr>
          <a:xfrm>
            <a:off x="31115" y="28575"/>
            <a:ext cx="2437130" cy="1814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/>
            <a:r>
              <a:rPr lang="zh-CN" altLang="en-US" sz="373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+mn-ea"/>
                <a:sym typeface="MingLiU_HKSCS-ExtB" panose="02020500000000000000" pitchFamily="18" charset="-120"/>
              </a:rPr>
              <a:t>与宿主免疫系统的军备竞赛</a:t>
            </a:r>
            <a:endParaRPr lang="zh-CN" altLang="en-US" sz="3730" b="1" dirty="0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charset="-122"/>
              <a:ea typeface="楷体" panose="02010609060101010101" charset="-122"/>
              <a:cs typeface="+mn-ea"/>
              <a:sym typeface="MingLiU_HKSCS-ExtB" panose="02020500000000000000" pitchFamily="18" charset="-120"/>
            </a:endParaRPr>
          </a:p>
        </p:txBody>
      </p:sp>
      <p:sp>
        <p:nvSpPr>
          <p:cNvPr id="5" name="任意多边形: 形状 39"/>
          <p:cNvSpPr/>
          <p:nvPr/>
        </p:nvSpPr>
        <p:spPr>
          <a:xfrm>
            <a:off x="4181893" y="2355711"/>
            <a:ext cx="780215" cy="432079"/>
          </a:xfrm>
          <a:custGeom>
            <a:avLst/>
            <a:gdLst>
              <a:gd name="connsiteX0" fmla="*/ 36320 w 984753"/>
              <a:gd name="connsiteY0" fmla="*/ -55 h 545351"/>
              <a:gd name="connsiteX1" fmla="*/ -37 w 984753"/>
              <a:gd name="connsiteY1" fmla="*/ 36302 h 545351"/>
              <a:gd name="connsiteX2" fmla="*/ -37 w 984753"/>
              <a:gd name="connsiteY2" fmla="*/ 508940 h 545351"/>
              <a:gd name="connsiteX3" fmla="*/ 36320 w 984753"/>
              <a:gd name="connsiteY3" fmla="*/ 545296 h 545351"/>
              <a:gd name="connsiteX4" fmla="*/ 712010 w 984753"/>
              <a:gd name="connsiteY4" fmla="*/ 545296 h 545351"/>
              <a:gd name="connsiteX5" fmla="*/ 737763 w 984753"/>
              <a:gd name="connsiteY5" fmla="*/ 534632 h 545351"/>
              <a:gd name="connsiteX6" fmla="*/ 974082 w 984753"/>
              <a:gd name="connsiteY6" fmla="*/ 298313 h 545351"/>
              <a:gd name="connsiteX7" fmla="*/ 974082 w 984753"/>
              <a:gd name="connsiteY7" fmla="*/ 246929 h 545351"/>
              <a:gd name="connsiteX8" fmla="*/ 737763 w 984753"/>
              <a:gd name="connsiteY8" fmla="*/ 10610 h 545351"/>
              <a:gd name="connsiteX9" fmla="*/ 712010 w 984753"/>
              <a:gd name="connsiteY9" fmla="*/ -55 h 545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84753" h="545351">
                <a:moveTo>
                  <a:pt x="36320" y="-55"/>
                </a:moveTo>
                <a:cubicBezTo>
                  <a:pt x="16263" y="-55"/>
                  <a:pt x="-37" y="16221"/>
                  <a:pt x="-37" y="36302"/>
                </a:cubicBezTo>
                <a:lnTo>
                  <a:pt x="-37" y="508940"/>
                </a:lnTo>
                <a:cubicBezTo>
                  <a:pt x="-37" y="529021"/>
                  <a:pt x="16263" y="545296"/>
                  <a:pt x="36320" y="545296"/>
                </a:cubicBezTo>
                <a:lnTo>
                  <a:pt x="712010" y="545296"/>
                </a:lnTo>
                <a:cubicBezTo>
                  <a:pt x="721645" y="545303"/>
                  <a:pt x="730916" y="541467"/>
                  <a:pt x="737763" y="534632"/>
                </a:cubicBezTo>
                <a:lnTo>
                  <a:pt x="974082" y="298313"/>
                </a:lnTo>
                <a:cubicBezTo>
                  <a:pt x="988261" y="284116"/>
                  <a:pt x="988261" y="261126"/>
                  <a:pt x="974082" y="246929"/>
                </a:cubicBezTo>
                <a:lnTo>
                  <a:pt x="737763" y="10610"/>
                </a:lnTo>
                <a:cubicBezTo>
                  <a:pt x="730916" y="3775"/>
                  <a:pt x="721645" y="-61"/>
                  <a:pt x="712010" y="-55"/>
                </a:cubicBezTo>
                <a:close/>
              </a:path>
            </a:pathLst>
          </a:cu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任意多边形: 形状 39"/>
          <p:cNvSpPr/>
          <p:nvPr/>
        </p:nvSpPr>
        <p:spPr>
          <a:xfrm>
            <a:off x="4334293" y="2508111"/>
            <a:ext cx="780215" cy="432079"/>
          </a:xfrm>
          <a:custGeom>
            <a:avLst/>
            <a:gdLst>
              <a:gd name="connsiteX0" fmla="*/ 36320 w 984753"/>
              <a:gd name="connsiteY0" fmla="*/ -55 h 545351"/>
              <a:gd name="connsiteX1" fmla="*/ -37 w 984753"/>
              <a:gd name="connsiteY1" fmla="*/ 36302 h 545351"/>
              <a:gd name="connsiteX2" fmla="*/ -37 w 984753"/>
              <a:gd name="connsiteY2" fmla="*/ 508940 h 545351"/>
              <a:gd name="connsiteX3" fmla="*/ 36320 w 984753"/>
              <a:gd name="connsiteY3" fmla="*/ 545296 h 545351"/>
              <a:gd name="connsiteX4" fmla="*/ 712010 w 984753"/>
              <a:gd name="connsiteY4" fmla="*/ 545296 h 545351"/>
              <a:gd name="connsiteX5" fmla="*/ 737763 w 984753"/>
              <a:gd name="connsiteY5" fmla="*/ 534632 h 545351"/>
              <a:gd name="connsiteX6" fmla="*/ 974082 w 984753"/>
              <a:gd name="connsiteY6" fmla="*/ 298313 h 545351"/>
              <a:gd name="connsiteX7" fmla="*/ 974082 w 984753"/>
              <a:gd name="connsiteY7" fmla="*/ 246929 h 545351"/>
              <a:gd name="connsiteX8" fmla="*/ 737763 w 984753"/>
              <a:gd name="connsiteY8" fmla="*/ 10610 h 545351"/>
              <a:gd name="connsiteX9" fmla="*/ 712010 w 984753"/>
              <a:gd name="connsiteY9" fmla="*/ -55 h 545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84753" h="545351">
                <a:moveTo>
                  <a:pt x="36320" y="-55"/>
                </a:moveTo>
                <a:cubicBezTo>
                  <a:pt x="16263" y="-55"/>
                  <a:pt x="-37" y="16221"/>
                  <a:pt x="-37" y="36302"/>
                </a:cubicBezTo>
                <a:lnTo>
                  <a:pt x="-37" y="508940"/>
                </a:lnTo>
                <a:cubicBezTo>
                  <a:pt x="-37" y="529021"/>
                  <a:pt x="16263" y="545296"/>
                  <a:pt x="36320" y="545296"/>
                </a:cubicBezTo>
                <a:lnTo>
                  <a:pt x="712010" y="545296"/>
                </a:lnTo>
                <a:cubicBezTo>
                  <a:pt x="721645" y="545303"/>
                  <a:pt x="730916" y="541467"/>
                  <a:pt x="737763" y="534632"/>
                </a:cubicBezTo>
                <a:lnTo>
                  <a:pt x="974082" y="298313"/>
                </a:lnTo>
                <a:cubicBezTo>
                  <a:pt x="988261" y="284116"/>
                  <a:pt x="988261" y="261126"/>
                  <a:pt x="974082" y="246929"/>
                </a:cubicBezTo>
                <a:lnTo>
                  <a:pt x="737763" y="10610"/>
                </a:lnTo>
                <a:cubicBezTo>
                  <a:pt x="730916" y="3775"/>
                  <a:pt x="721645" y="-61"/>
                  <a:pt x="712010" y="-55"/>
                </a:cubicBezTo>
                <a:close/>
              </a:path>
            </a:pathLst>
          </a:cu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箭头: 右 22"/>
          <p:cNvSpPr/>
          <p:nvPr/>
        </p:nvSpPr>
        <p:spPr>
          <a:xfrm>
            <a:off x="1741714" y="4375740"/>
            <a:ext cx="1654274" cy="9907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4" name="直接连接符 23"/>
          <p:cNvCxnSpPr/>
          <p:nvPr>
            <p:custDataLst>
              <p:tags r:id="rId20"/>
            </p:custDataLst>
          </p:nvPr>
        </p:nvCxnSpPr>
        <p:spPr>
          <a:xfrm>
            <a:off x="4085020" y="6553280"/>
            <a:ext cx="6601395" cy="3484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4139368" y="5833497"/>
            <a:ext cx="646843" cy="557624"/>
            <a:chOff x="5867317" y="1889686"/>
            <a:chExt cx="647003" cy="557761"/>
          </a:xfrm>
          <a:solidFill>
            <a:srgbClr val="00B050"/>
          </a:solidFill>
        </p:grpSpPr>
        <p:sp>
          <p:nvSpPr>
            <p:cNvPr id="26" name="六边形 25"/>
            <p:cNvSpPr/>
            <p:nvPr/>
          </p:nvSpPr>
          <p:spPr>
            <a:xfrm>
              <a:off x="5867317" y="1889686"/>
              <a:ext cx="647003" cy="55776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 b="1">
                <a:latin typeface="楷体" panose="02010609060101010101" charset="-122"/>
                <a:ea typeface="楷体" panose="02010609060101010101" charset="-122"/>
                <a:cs typeface="+mn-ea"/>
                <a:sym typeface="MingLiU_HKSCS-ExtB" panose="02020500000000000000" pitchFamily="18" charset="-120"/>
              </a:endParaRPr>
            </a:p>
          </p:txBody>
        </p:sp>
        <p:sp>
          <p:nvSpPr>
            <p:cNvPr id="27" name="文本框 19"/>
            <p:cNvSpPr txBox="1"/>
            <p:nvPr/>
          </p:nvSpPr>
          <p:spPr>
            <a:xfrm>
              <a:off x="5953496" y="1966641"/>
              <a:ext cx="444462" cy="400208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+mn-ea"/>
                  <a:sym typeface="MingLiU_HKSCS-ExtB" panose="02020500000000000000" pitchFamily="18" charset="-120"/>
                </a:rPr>
                <a:t>04</a:t>
              </a:r>
              <a:endParaRPr lang="en-US" altLang="zh-CN" sz="2000" b="1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+mn-ea"/>
                <a:sym typeface="MingLiU_HKSCS-ExtB" panose="02020500000000000000" pitchFamily="18" charset="-120"/>
              </a:endParaRPr>
            </a:p>
          </p:txBody>
        </p:sp>
      </p:grpSp>
      <p:sp>
        <p:nvSpPr>
          <p:cNvPr id="28" name="文本框 3"/>
          <p:cNvSpPr txBox="1"/>
          <p:nvPr/>
        </p:nvSpPr>
        <p:spPr>
          <a:xfrm>
            <a:off x="4938559" y="5645110"/>
            <a:ext cx="5413375" cy="941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 latinLnBrk="1">
              <a:lnSpc>
                <a:spcPct val="120000"/>
              </a:lnSpc>
            </a:pPr>
            <a:r>
              <a:rPr lang="zh-CN" altLang="en-US" sz="2400" b="1" kern="100" dirty="0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34" charset="-120"/>
                <a:sym typeface="+mn-ea"/>
              </a:rPr>
              <a:t>细胞内寄生</a:t>
            </a:r>
            <a:r>
              <a:rPr lang="zh-CN" altLang="en-US" sz="24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34" charset="-120"/>
                <a:sym typeface="+mn-ea"/>
              </a:rPr>
              <a:t>：躲在宿主细胞内，逃避免疫监视（如疟原虫、利什曼原虫）</a:t>
            </a:r>
            <a:endParaRPr lang="en-US" altLang="zh-CN" sz="2400" b="1" kern="1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34" charset="-120"/>
              <a:sym typeface="+mn-ea"/>
            </a:endParaRPr>
          </a:p>
        </p:txBody>
      </p:sp>
      <p:sp>
        <p:nvSpPr>
          <p:cNvPr id="29" name="箭头: 五边形 28"/>
          <p:cNvSpPr/>
          <p:nvPr/>
        </p:nvSpPr>
        <p:spPr>
          <a:xfrm>
            <a:off x="1677183" y="5949095"/>
            <a:ext cx="1483958" cy="618103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2024388" y="4602091"/>
            <a:ext cx="78748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打</a:t>
            </a:r>
            <a:endParaRPr lang="zh-CN" altLang="en-US" sz="28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034207" y="5910433"/>
            <a:ext cx="64633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逃</a:t>
            </a:r>
            <a:endParaRPr lang="zh-CN" altLang="en-US" sz="36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custDataLst>
      <p:tags r:id="rId2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22" grpId="0"/>
      <p:bldP spid="2" grpId="0"/>
      <p:bldP spid="4" grpId="0"/>
      <p:bldP spid="23" grpId="0" animBg="1"/>
      <p:bldP spid="28" grpId="0"/>
      <p:bldP spid="29" grpId="0" animBg="1"/>
      <p:bldP spid="30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067367" y="805927"/>
            <a:ext cx="6909435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charset="-122"/>
                <a:sym typeface="+mn-ea"/>
              </a:rPr>
              <a:t>传播：尾蚴分泌酶类穿透皮肤（生化适应）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3033105" y="1342554"/>
            <a:ext cx="829128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charset="-122"/>
                <a:sym typeface="+mn-ea"/>
              </a:rPr>
              <a:t>免疫逃避：成虫体表覆盖宿主血型抗原，实现“抗原伪装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charset="-122"/>
                <a:sym typeface="+mn-ea"/>
              </a:rPr>
              <a:t>”。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3067367" y="1982128"/>
            <a:ext cx="637603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charset="-122"/>
                <a:sym typeface="+mn-ea"/>
              </a:rPr>
              <a:t>生殖：雌雄合抱，生殖效率极高（生殖适应）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charset="-122"/>
                <a:sym typeface="+mn-ea"/>
              </a:rPr>
              <a:t>。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72732" y="1930016"/>
            <a:ext cx="2286000" cy="5232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适应这一块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Freeform 5"/>
          <p:cNvSpPr/>
          <p:nvPr>
            <p:custDataLst>
              <p:tags r:id="rId5"/>
            </p:custDataLst>
          </p:nvPr>
        </p:nvSpPr>
        <p:spPr bwMode="auto">
          <a:xfrm>
            <a:off x="2558732" y="808399"/>
            <a:ext cx="508635" cy="2766454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  <a:gs pos="0">
                <a:srgbClr val="FECF40"/>
              </a:gs>
              <a:gs pos="100000">
                <a:srgbClr val="846C21"/>
              </a:gs>
            </a:gsLst>
            <a:lin ang="5400000" scaled="0"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Text Box 2"/>
          <p:cNvSpPr txBox="1"/>
          <p:nvPr>
            <p:custDataLst>
              <p:tags r:id="rId6"/>
            </p:custDataLst>
          </p:nvPr>
        </p:nvSpPr>
        <p:spPr>
          <a:xfrm>
            <a:off x="88900" y="64135"/>
            <a:ext cx="5448300" cy="688976"/>
          </a:xfrm>
          <a:prstGeom prst="rect">
            <a:avLst/>
          </a:prstGeom>
          <a:gradFill rotWithShape="1"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 w="9525">
            <a:noFill/>
          </a:ln>
        </p:spPr>
        <p:txBody>
          <a:bodyPr wrap="square" anchor="t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4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楷体" panose="02010609060101010101" charset="-122"/>
              </a:rPr>
              <a:t>案例：血吸虫的适应</a:t>
            </a:r>
            <a:endParaRPr lang="zh-CN" altLang="en-US" sz="4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楷体" panose="02010609060101010101" charset="-122"/>
            </a:endParaRPr>
          </a:p>
        </p:txBody>
      </p:sp>
      <p:sp>
        <p:nvSpPr>
          <p:cNvPr id="9" name="文本框 11"/>
          <p:cNvSpPr txBox="1"/>
          <p:nvPr/>
        </p:nvSpPr>
        <p:spPr>
          <a:xfrm>
            <a:off x="3067367" y="2656227"/>
            <a:ext cx="9099089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charset="-122"/>
                <a:sym typeface="+mn-ea"/>
              </a:rPr>
              <a:t>致病：虫卵分泌可溶性抗原，引发肉芽肿反应，利于随粪便排入水中，完成生命周期（行为与病理适应）。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11" name="图片 10" descr="图片包含 游戏机, 大象, 桌子&#10;&#10;AI 生成的内容可能不正确。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48" y="3668741"/>
            <a:ext cx="4048125" cy="2971171"/>
          </a:xfrm>
          <a:prstGeom prst="rect">
            <a:avLst/>
          </a:prstGeom>
        </p:spPr>
      </p:pic>
      <p:pic>
        <p:nvPicPr>
          <p:cNvPr id="14" name="图片 13" descr="卡通人物&#10;&#10;AI 生成的内容可能不正确。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609" y="3524250"/>
            <a:ext cx="3028950" cy="33337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2" grpId="0" animBg="1"/>
      <p:bldP spid="16" grpId="0" animBg="1"/>
      <p:bldP spid="47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椭圆 8"/>
          <p:cNvSpPr/>
          <p:nvPr userDrawn="1">
            <p:custDataLst>
              <p:tags r:id="rId1"/>
            </p:custDataLst>
          </p:nvPr>
        </p:nvSpPr>
        <p:spPr>
          <a:xfrm>
            <a:off x="184727" y="124698"/>
            <a:ext cx="2698176" cy="159326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华文楷体" panose="02010600040101010101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4727" y="659721"/>
            <a:ext cx="269817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zh-CN" altLang="en-US" sz="2800" b="1" cap="none" spc="0" dirty="0">
                <a:solidFill>
                  <a:schemeClr val="accent3"/>
                </a:solidFill>
                <a:effectLst/>
              </a:rPr>
              <a:t>进化力量的见证</a:t>
            </a:r>
            <a:endParaRPr lang="zh-CN" altLang="en-US" sz="2800" b="1" cap="none" spc="0" dirty="0">
              <a:solidFill>
                <a:schemeClr val="accent3"/>
              </a:solidFill>
              <a:effectLst/>
            </a:endParaRPr>
          </a:p>
        </p:txBody>
      </p:sp>
      <p:sp>
        <p:nvSpPr>
          <p:cNvPr id="7" name="文本框 3"/>
          <p:cNvSpPr txBox="1"/>
          <p:nvPr/>
        </p:nvSpPr>
        <p:spPr>
          <a:xfrm>
            <a:off x="100508" y="1904071"/>
            <a:ext cx="734867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寄生虫的适应是多维度、系统性的，涉及</a:t>
            </a:r>
            <a:r>
              <a:rPr lang="zh-CN" altLang="en-US" sz="2000" b="1" i="1" dirty="0"/>
              <a:t>形态、生理、生化、行为</a:t>
            </a:r>
            <a:r>
              <a:rPr lang="zh-CN" altLang="en-US" sz="2000" dirty="0"/>
              <a:t>等各个层面。</a:t>
            </a:r>
            <a:endParaRPr lang="zh-CN" altLang="en-US" sz="2000" dirty="0"/>
          </a:p>
          <a:p>
            <a:r>
              <a:rPr lang="zh-CN" altLang="en-US" sz="2000" dirty="0"/>
              <a:t>这些适应是自然选择作用下</a:t>
            </a:r>
            <a:r>
              <a:rPr lang="zh-CN" altLang="en-US" sz="2000" b="1" i="1" dirty="0"/>
              <a:t>长期进化</a:t>
            </a:r>
            <a:r>
              <a:rPr lang="zh-CN" altLang="en-US" sz="2000" dirty="0"/>
              <a:t>的结果，体现了生命为生存和繁衍所能达到的极致。</a:t>
            </a:r>
            <a:endParaRPr lang="zh-CN" altLang="en-US" sz="2000" dirty="0"/>
          </a:p>
          <a:p>
            <a:r>
              <a:rPr lang="zh-CN" altLang="en-US" sz="2000" dirty="0"/>
              <a:t>理解寄生虫的适应性，对于开发新型药物、疫苗和制定有效的防治策略具有至关重要的指导意义。</a:t>
            </a:r>
            <a:endParaRPr lang="zh-CN" altLang="en-US" sz="2000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72870" y="-2014855"/>
            <a:ext cx="9354185" cy="93541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AS_UNIQUEID" val="114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y*7"/>
  <p:tag name="KSO_WM_UNIT_INDEX" val="7"/>
  <p:tag name="KSO_WM_UNIT_LAYERLEVEL" val="1"/>
  <p:tag name="KSO_WM_UNIT_TYPE" val="y"/>
</p:tagLst>
</file>

<file path=ppt/tags/tag2.xml><?xml version="1.0" encoding="utf-8"?>
<p:tagLst xmlns:p="http://schemas.openxmlformats.org/presentationml/2006/main">
  <p:tag name="AS_UNIQUEID" val="114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y*1"/>
  <p:tag name="KSO_WM_UNIT_INDEX" val="1"/>
  <p:tag name="KSO_WM_UNIT_LAYERLEVEL" val="1"/>
  <p:tag name="KSO_WM_UNIT_TYPE" val="y"/>
</p:tagLst>
</file>

<file path=ppt/tags/tag3.xml><?xml version="1.0" encoding="utf-8"?>
<p:tagLst xmlns:p="http://schemas.openxmlformats.org/presentationml/2006/main">
  <p:tag name="AS_UNIQUEID" val="114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y*2"/>
  <p:tag name="KSO_WM_UNIT_INDEX" val="2"/>
  <p:tag name="KSO_WM_UNIT_LAYERLEVEL" val="1"/>
  <p:tag name="KSO_WM_UNIT_TYPE" val="y"/>
</p:tagLst>
</file>

<file path=ppt/tags/tag4.xml><?xml version="1.0" encoding="utf-8"?>
<p:tagLst xmlns:p="http://schemas.openxmlformats.org/presentationml/2006/main">
  <p:tag name="AS_UNIQUEID" val="1148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y*3"/>
  <p:tag name="KSO_WM_UNIT_INDEX" val="3"/>
  <p:tag name="KSO_WM_UNIT_LAYERLEVEL" val="1"/>
  <p:tag name="KSO_WM_UNIT_TYPE" val="y"/>
</p:tagLst>
</file>

<file path=ppt/tags/tag5.xml><?xml version="1.0" encoding="utf-8"?>
<p:tagLst xmlns:p="http://schemas.openxmlformats.org/presentationml/2006/main">
  <p:tag name="AS_UNIQUEID" val="1149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y*4"/>
  <p:tag name="KSO_WM_UNIT_INDEX" val="4"/>
  <p:tag name="KSO_WM_UNIT_LAYERLEVEL" val="1"/>
  <p:tag name="KSO_WM_UNIT_TYPE" val="y"/>
</p:tagLst>
</file>

<file path=ppt/tags/tag6.xml><?xml version="1.0" encoding="utf-8"?>
<p:tagLst xmlns:p="http://schemas.openxmlformats.org/presentationml/2006/main">
  <p:tag name="AS_UNIQUEID" val="115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y*5"/>
  <p:tag name="KSO_WM_UNIT_INDEX" val="5"/>
  <p:tag name="KSO_WM_UNIT_LAYERLEVEL" val="1"/>
  <p:tag name="KSO_WM_UNIT_TYPE" val="y"/>
</p:tagLst>
</file>

<file path=ppt/tags/tag7.xml><?xml version="1.0" encoding="utf-8"?>
<p:tagLst xmlns:p="http://schemas.openxmlformats.org/presentationml/2006/main">
  <p:tag name="AS_UNIQUEID" val="115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y*6"/>
  <p:tag name="KSO_WM_UNIT_INDEX" val="6"/>
  <p:tag name="KSO_WM_UNIT_LAYERLEVEL" val="1"/>
  <p:tag name="KSO_WM_UNIT_TYPE" val="y"/>
</p:tagLst>
</file>

<file path=ppt/tags/tag8.xml><?xml version="1.0" encoding="utf-8"?>
<p:tagLst xmlns:p="http://schemas.openxmlformats.org/presentationml/2006/main">
  <p:tag name="AS_UNIQUEID" val="115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9.xml><?xml version="1.0" encoding="utf-8"?>
<p:tagLst xmlns:p="http://schemas.openxmlformats.org/presentationml/2006/main">
  <p:tag name="AS_UNIQUEID" val="115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0.xml><?xml version="1.0" encoding="utf-8"?>
<p:tagLst xmlns:p="http://schemas.openxmlformats.org/presentationml/2006/main">
  <p:tag name="AS_UNIQUEID" val="115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1.xml><?xml version="1.0" encoding="utf-8"?>
<p:tagLst xmlns:p="http://schemas.openxmlformats.org/presentationml/2006/main">
  <p:tag name="AS_UNIQUEID" val="115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2.xml><?xml version="1.0" encoding="utf-8"?>
<p:tagLst xmlns:p="http://schemas.openxmlformats.org/presentationml/2006/main">
  <p:tag name="AS_UNIQUEID" val="115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3.xml><?xml version="1.0" encoding="utf-8"?>
<p:tagLst xmlns:p="http://schemas.openxmlformats.org/presentationml/2006/main">
  <p:tag name="AS_UNIQUEID" val="115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4.xml><?xml version="1.0" encoding="utf-8"?>
<p:tagLst xmlns:p="http://schemas.openxmlformats.org/presentationml/2006/main">
  <p:tag name="AS_UNIQUEID" val="1159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5.xml><?xml version="1.0" encoding="utf-8"?>
<p:tagLst xmlns:p="http://schemas.openxmlformats.org/presentationml/2006/main">
  <p:tag name="AS_UNIQUEID" val="116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6.xml><?xml version="1.0" encoding="utf-8"?>
<p:tagLst xmlns:p="http://schemas.openxmlformats.org/presentationml/2006/main">
  <p:tag name="AS_UNIQUEID" val="116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7.xml><?xml version="1.0" encoding="utf-8"?>
<p:tagLst xmlns:p="http://schemas.openxmlformats.org/presentationml/2006/main">
  <p:tag name="AS_UNIQUEID" val="116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8.xml><?xml version="1.0" encoding="utf-8"?>
<p:tagLst xmlns:p="http://schemas.openxmlformats.org/presentationml/2006/main">
  <p:tag name="AS_UNIQUEID" val="116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9.xml><?xml version="1.0" encoding="utf-8"?>
<p:tagLst xmlns:p="http://schemas.openxmlformats.org/presentationml/2006/main">
  <p:tag name="AS_UNIQUEID" val="116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0.xml><?xml version="1.0" encoding="utf-8"?>
<p:tagLst xmlns:p="http://schemas.openxmlformats.org/presentationml/2006/main">
  <p:tag name="AS_UNIQUEID" val="116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1.xml><?xml version="1.0" encoding="utf-8"?>
<p:tagLst xmlns:p="http://schemas.openxmlformats.org/presentationml/2006/main">
  <p:tag name="AS_UNIQUEID" val="116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2.xml><?xml version="1.0" encoding="utf-8"?>
<p:tagLst xmlns:p="http://schemas.openxmlformats.org/presentationml/2006/main">
  <p:tag name="AS_UNIQUEID" val="1168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3.xml><?xml version="1.0" encoding="utf-8"?>
<p:tagLst xmlns:p="http://schemas.openxmlformats.org/presentationml/2006/main">
  <p:tag name="AS_UNIQUEID" val="1169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4.xml><?xml version="1.0" encoding="utf-8"?>
<p:tagLst xmlns:p="http://schemas.openxmlformats.org/presentationml/2006/main">
  <p:tag name="AS_UNIQUEID" val="117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5.xml><?xml version="1.0" encoding="utf-8"?>
<p:tagLst xmlns:p="http://schemas.openxmlformats.org/presentationml/2006/main">
  <p:tag name="AS_UNIQUEID" val="117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6.xml><?xml version="1.0" encoding="utf-8"?>
<p:tagLst xmlns:p="http://schemas.openxmlformats.org/presentationml/2006/main">
  <p:tag name="AS_UNIQUEID" val="117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7.xml><?xml version="1.0" encoding="utf-8"?>
<p:tagLst xmlns:p="http://schemas.openxmlformats.org/presentationml/2006/main">
  <p:tag name="AS_UNIQUEID" val="117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8.xml><?xml version="1.0" encoding="utf-8"?>
<p:tagLst xmlns:p="http://schemas.openxmlformats.org/presentationml/2006/main">
  <p:tag name="AS_UNIQUEID" val="117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9.xml><?xml version="1.0" encoding="utf-8"?>
<p:tagLst xmlns:p="http://schemas.openxmlformats.org/presentationml/2006/main">
  <p:tag name="AS_UNIQUEID" val="117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30.xml><?xml version="1.0" encoding="utf-8"?>
<p:tagLst xmlns:p="http://schemas.openxmlformats.org/presentationml/2006/main">
  <p:tag name="AS_UNIQUEID" val="117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31.xml><?xml version="1.0" encoding="utf-8"?>
<p:tagLst xmlns:p="http://schemas.openxmlformats.org/presentationml/2006/main">
  <p:tag name="AS_UNIQUEID" val="1179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2.xml><?xml version="1.0" encoding="utf-8"?>
<p:tagLst xmlns:p="http://schemas.openxmlformats.org/presentationml/2006/main">
  <p:tag name="AS_UNIQUEID" val="118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3.xml><?xml version="1.0" encoding="utf-8"?>
<p:tagLst xmlns:p="http://schemas.openxmlformats.org/presentationml/2006/main">
  <p:tag name="AS_UNIQUEID" val="118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4.xml><?xml version="1.0" encoding="utf-8"?>
<p:tagLst xmlns:p="http://schemas.openxmlformats.org/presentationml/2006/main">
  <p:tag name="AS_UNIQUEID" val="118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5.xml><?xml version="1.0" encoding="utf-8"?>
<p:tagLst xmlns:p="http://schemas.openxmlformats.org/presentationml/2006/main">
  <p:tag name="AS_UNIQUEID" val="118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6.xml><?xml version="1.0" encoding="utf-8"?>
<p:tagLst xmlns:p="http://schemas.openxmlformats.org/presentationml/2006/main">
  <p:tag name="AS_UNIQUEID" val="118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7.xml><?xml version="1.0" encoding="utf-8"?>
<p:tagLst xmlns:p="http://schemas.openxmlformats.org/presentationml/2006/main">
  <p:tag name="AS_UNIQUEID" val="118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8.xml><?xml version="1.0" encoding="utf-8"?>
<p:tagLst xmlns:p="http://schemas.openxmlformats.org/presentationml/2006/main">
  <p:tag name="AS_UNIQUEID" val="118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9.xml><?xml version="1.0" encoding="utf-8"?>
<p:tagLst xmlns:p="http://schemas.openxmlformats.org/presentationml/2006/main">
  <p:tag name="AS_UNIQUEID" val="1188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40.xml><?xml version="1.0" encoding="utf-8"?>
<p:tagLst xmlns:p="http://schemas.openxmlformats.org/presentationml/2006/main">
  <p:tag name="AS_UNIQUEID" val="1189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41.xml><?xml version="1.0" encoding="utf-8"?>
<p:tagLst xmlns:p="http://schemas.openxmlformats.org/presentationml/2006/main">
  <p:tag name="AS_UNIQUEID" val="119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42.xml><?xml version="1.0" encoding="utf-8"?>
<p:tagLst xmlns:p="http://schemas.openxmlformats.org/presentationml/2006/main">
  <p:tag name="AS_UNIQUEID" val="119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43.xml><?xml version="1.0" encoding="utf-8"?>
<p:tagLst xmlns:p="http://schemas.openxmlformats.org/presentationml/2006/main">
  <p:tag name="AS_UNIQUEID" val="119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44.xml><?xml version="1.0" encoding="utf-8"?>
<p:tagLst xmlns:p="http://schemas.openxmlformats.org/presentationml/2006/main">
  <p:tag name="AS_UNIQUEID" val="119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45.xml><?xml version="1.0" encoding="utf-8"?>
<p:tagLst xmlns:p="http://schemas.openxmlformats.org/presentationml/2006/main">
  <p:tag name="AS_UNIQUEID" val="119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46.xml><?xml version="1.0" encoding="utf-8"?>
<p:tagLst xmlns:p="http://schemas.openxmlformats.org/presentationml/2006/main">
  <p:tag name="AS_UNIQUEID" val="119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7.xml><?xml version="1.0" encoding="utf-8"?>
<p:tagLst xmlns:p="http://schemas.openxmlformats.org/presentationml/2006/main">
  <p:tag name="AS_UNIQUEID" val="1198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8.xml><?xml version="1.0" encoding="utf-8"?>
<p:tagLst xmlns:p="http://schemas.openxmlformats.org/presentationml/2006/main">
  <p:tag name="AS_UNIQUEID" val="1199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9.xml><?xml version="1.0" encoding="utf-8"?>
<p:tagLst xmlns:p="http://schemas.openxmlformats.org/presentationml/2006/main">
  <p:tag name="AS_UNIQUEID" val="120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50.xml><?xml version="1.0" encoding="utf-8"?>
<p:tagLst xmlns:p="http://schemas.openxmlformats.org/presentationml/2006/main">
  <p:tag name="AS_UNIQUEID" val="120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51.xml><?xml version="1.0" encoding="utf-8"?>
<p:tagLst xmlns:p="http://schemas.openxmlformats.org/presentationml/2006/main">
  <p:tag name="AS_UNIQUEID" val="120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52.xml><?xml version="1.0" encoding="utf-8"?>
<p:tagLst xmlns:p="http://schemas.openxmlformats.org/presentationml/2006/main">
  <p:tag name="AS_UNIQUEID" val="120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53.xml><?xml version="1.0" encoding="utf-8"?>
<p:tagLst xmlns:p="http://schemas.openxmlformats.org/presentationml/2006/main">
  <p:tag name="AS_UNIQUEID" val="120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54.xml><?xml version="1.0" encoding="utf-8"?>
<p:tagLst xmlns:p="http://schemas.openxmlformats.org/presentationml/2006/main">
  <p:tag name="AS_UNIQUEID" val="120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55.xml><?xml version="1.0" encoding="utf-8"?>
<p:tagLst xmlns:p="http://schemas.openxmlformats.org/presentationml/2006/main">
  <p:tag name="AS_UNIQUEID" val="120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56.xml><?xml version="1.0" encoding="utf-8"?>
<p:tagLst xmlns:p="http://schemas.openxmlformats.org/presentationml/2006/main">
  <p:tag name="AS_UNIQUEID" val="1208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57.xml><?xml version="1.0" encoding="utf-8"?>
<p:tagLst xmlns:p="http://schemas.openxmlformats.org/presentationml/2006/main">
  <p:tag name="AS_UNIQUEID" val="121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8.xml><?xml version="1.0" encoding="utf-8"?>
<p:tagLst xmlns:p="http://schemas.openxmlformats.org/presentationml/2006/main">
  <p:tag name="AS_UNIQUEID" val="121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9.xml><?xml version="1.0" encoding="utf-8"?>
<p:tagLst xmlns:p="http://schemas.openxmlformats.org/presentationml/2006/main">
  <p:tag name="AS_UNIQUEID" val="121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60.xml><?xml version="1.0" encoding="utf-8"?>
<p:tagLst xmlns:p="http://schemas.openxmlformats.org/presentationml/2006/main">
  <p:tag name="AS_UNIQUEID" val="121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61.xml><?xml version="1.0" encoding="utf-8"?>
<p:tagLst xmlns:p="http://schemas.openxmlformats.org/presentationml/2006/main">
  <p:tag name="AS_UNIQUEID" val="121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2.xml><?xml version="1.0" encoding="utf-8"?>
<p:tagLst xmlns:p="http://schemas.openxmlformats.org/presentationml/2006/main">
  <p:tag name="AS_UNIQUEID" val="121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3.xml><?xml version="1.0" encoding="utf-8"?>
<p:tagLst xmlns:p="http://schemas.openxmlformats.org/presentationml/2006/main">
  <p:tag name="AS_UNIQUEID" val="121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4.xml><?xml version="1.0" encoding="utf-8"?>
<p:tagLst xmlns:p="http://schemas.openxmlformats.org/presentationml/2006/main">
  <p:tag name="AS_UNIQUEID" val="1218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5.xml><?xml version="1.0" encoding="utf-8"?>
<p:tagLst xmlns:p="http://schemas.openxmlformats.org/presentationml/2006/main">
  <p:tag name="AS_UNIQUEID" val="1219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6.xml><?xml version="1.0" encoding="utf-8"?>
<p:tagLst xmlns:p="http://schemas.openxmlformats.org/presentationml/2006/main">
  <p:tag name="AS_UNIQUEID" val="122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7.xml><?xml version="1.0" encoding="utf-8"?>
<p:tagLst xmlns:p="http://schemas.openxmlformats.org/presentationml/2006/main">
  <p:tag name="AS_UNIQUEID" val="122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8.xml><?xml version="1.0" encoding="utf-8"?>
<p:tagLst xmlns:p="http://schemas.openxmlformats.org/presentationml/2006/main">
  <p:tag name="AS_UNIQUEID" val="122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9.xml><?xml version="1.0" encoding="utf-8"?>
<p:tagLst xmlns:p="http://schemas.openxmlformats.org/presentationml/2006/main">
  <p:tag name="AS_UNIQUEID" val="1224"/>
  <p:tag name="KSO_WM_BEAUTIFY_FLAG" val="#wm#"/>
  <p:tag name="KSO_WM_SLIDE_BACKGROUND_TYPE" val="general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0.xml><?xml version="1.0" encoding="utf-8"?>
<p:tagLst xmlns:p="http://schemas.openxmlformats.org/presentationml/2006/main">
  <p:tag name="AS_UNIQUEID" val="1225"/>
  <p:tag name="KSO_WM_BEAUTIFY_FLAG" val="#wm#"/>
  <p:tag name="KSO_WM_SLIDE_BACKGROUND_TYPE" val="general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1.xml><?xml version="1.0" encoding="utf-8"?>
<p:tagLst xmlns:p="http://schemas.openxmlformats.org/presentationml/2006/main">
  <p:tag name="AS_UNIQUEID" val="1226"/>
  <p:tag name="KSO_WM_BEAUTIFY_FLAG" val="#wm#"/>
  <p:tag name="KSO_WM_SLIDE_BACKGROUND_TYPE" val="general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2.xml><?xml version="1.0" encoding="utf-8"?>
<p:tagLst xmlns:p="http://schemas.openxmlformats.org/presentationml/2006/main">
  <p:tag name="AS_UNIQUEID" val="1227"/>
  <p:tag name="KSO_WM_BEAUTIFY_FLAG" val="#wm#"/>
  <p:tag name="KSO_WM_SLIDE_BACKGROUND_TYPE" val="general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3.xml><?xml version="1.0" encoding="utf-8"?>
<p:tagLst xmlns:p="http://schemas.openxmlformats.org/presentationml/2006/main">
  <p:tag name="AS_UNIQUEID" val="1228"/>
  <p:tag name="KSO_WM_BEAUTIFY_FLAG" val="#wm#"/>
  <p:tag name="KSO_WM_SLIDE_BACKGROUND_TYPE" val="general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4.xml><?xml version="1.0" encoding="utf-8"?>
<p:tagLst xmlns:p="http://schemas.openxmlformats.org/presentationml/2006/main">
  <p:tag name="AS_UNIQUEID" val="1229"/>
  <p:tag name="KSO_WM_BEAUTIFY_FLAG" val="#wm#"/>
  <p:tag name="KSO_WM_SLIDE_BACKGROUND_TYPE" val="general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5.xml><?xml version="1.0" encoding="utf-8"?>
<p:tagLst xmlns:p="http://schemas.openxmlformats.org/presentationml/2006/main">
  <p:tag name="AS_UNIQUEID" val="1231"/>
  <p:tag name="KSO_WM_BEAUTIFY_FLAG" val="#wm#"/>
  <p:tag name="KSO_WM_SLIDE_BACKGROUND_TYPE" val="frame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76.xml><?xml version="1.0" encoding="utf-8"?>
<p:tagLst xmlns:p="http://schemas.openxmlformats.org/presentationml/2006/main">
  <p:tag name="AS_UNIQUEID" val="1232"/>
  <p:tag name="KSO_WM_BEAUTIFY_FLAG" val="#wm#"/>
  <p:tag name="KSO_WM_SLIDE_BACKGROUND_TYPE" val="frame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3*i*1"/>
  <p:tag name="KSO_WM_UNIT_INDEX" val="1"/>
  <p:tag name="KSO_WM_UNIT_LAYERLEVEL" val="1"/>
  <p:tag name="KSO_WM_UNIT_SUBTYPE" val="h"/>
  <p:tag name="KSO_WM_UNIT_TYPE" val="i"/>
</p:tagLst>
</file>

<file path=ppt/tags/tag77.xml><?xml version="1.0" encoding="utf-8"?>
<p:tagLst xmlns:p="http://schemas.openxmlformats.org/presentationml/2006/main">
  <p:tag name="AS_UNIQUEID" val="1233"/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78.xml><?xml version="1.0" encoding="utf-8"?>
<p:tagLst xmlns:p="http://schemas.openxmlformats.org/presentationml/2006/main">
  <p:tag name="AS_UNIQUEID" val="1234"/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79.xml><?xml version="1.0" encoding="utf-8"?>
<p:tagLst xmlns:p="http://schemas.openxmlformats.org/presentationml/2006/main">
  <p:tag name="AS_UNIQUEID" val="1235"/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80.xml><?xml version="1.0" encoding="utf-8"?>
<p:tagLst xmlns:p="http://schemas.openxmlformats.org/presentationml/2006/main">
  <p:tag name="AS_UNIQUEID" val="1236"/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81.xml><?xml version="1.0" encoding="utf-8"?>
<p:tagLst xmlns:p="http://schemas.openxmlformats.org/presentationml/2006/main">
  <p:tag name="AS_UNIQUEID" val="1237"/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82.xml><?xml version="1.0" encoding="utf-8"?>
<p:tagLst xmlns:p="http://schemas.openxmlformats.org/presentationml/2006/main">
  <p:tag name="AS_UNIQUEID" val="1239"/>
  <p:tag name="KSO_WM_BEAUTIFY_FLAG" val="#wm#"/>
  <p:tag name="KSO_WM_SLIDE_BACKGROUND_TYPE" val="leftRigh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SUBTYPE" val="h"/>
  <p:tag name="KSO_WM_UNIT_TYPE" val="i"/>
</p:tagLst>
</file>

<file path=ppt/tags/tag83.xml><?xml version="1.0" encoding="utf-8"?>
<p:tagLst xmlns:p="http://schemas.openxmlformats.org/presentationml/2006/main">
  <p:tag name="AS_UNIQUEID" val="1240"/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84.xml><?xml version="1.0" encoding="utf-8"?>
<p:tagLst xmlns:p="http://schemas.openxmlformats.org/presentationml/2006/main">
  <p:tag name="AS_UNIQUEID" val="1241"/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85.xml><?xml version="1.0" encoding="utf-8"?>
<p:tagLst xmlns:p="http://schemas.openxmlformats.org/presentationml/2006/main">
  <p:tag name="AS_UNIQUEID" val="1242"/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86.xml><?xml version="1.0" encoding="utf-8"?>
<p:tagLst xmlns:p="http://schemas.openxmlformats.org/presentationml/2006/main">
  <p:tag name="AS_UNIQUEID" val="1243"/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87.xml><?xml version="1.0" encoding="utf-8"?>
<p:tagLst xmlns:p="http://schemas.openxmlformats.org/presentationml/2006/main">
  <p:tag name="AS_UNIQUEID" val="1244"/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88.xml><?xml version="1.0" encoding="utf-8"?>
<p:tagLst xmlns:p="http://schemas.openxmlformats.org/presentationml/2006/main">
  <p:tag name="AS_UNIQUEID" val="1245"/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89.xml><?xml version="1.0" encoding="utf-8"?>
<p:tagLst xmlns:p="http://schemas.openxmlformats.org/presentationml/2006/main">
  <p:tag name="AS_UNIQUEID" val="1246"/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90.xml><?xml version="1.0" encoding="utf-8"?>
<p:tagLst xmlns:p="http://schemas.openxmlformats.org/presentationml/2006/main">
  <p:tag name="AS_UNIQUEID" val="1247"/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91.xml><?xml version="1.0" encoding="utf-8"?>
<p:tagLst xmlns:p="http://schemas.openxmlformats.org/presentationml/2006/main">
  <p:tag name="AS_UNIQUEID" val="1249"/>
  <p:tag name="KSO_WM_BEAUTIFY_FLAG" val="#wm#"/>
  <p:tag name="KSO_WM_SLIDE_BACKGROUND_TYPE" val="topBottom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SUBTYPE" val="h"/>
  <p:tag name="KSO_WM_UNIT_TYPE" val="i"/>
</p:tagLst>
</file>

<file path=ppt/tags/tag92.xml><?xml version="1.0" encoding="utf-8"?>
<p:tagLst xmlns:p="http://schemas.openxmlformats.org/presentationml/2006/main">
  <p:tag name="AS_UNIQUEID" val="1250"/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93.xml><?xml version="1.0" encoding="utf-8"?>
<p:tagLst xmlns:p="http://schemas.openxmlformats.org/presentationml/2006/main">
  <p:tag name="AS_UNIQUEID" val="1251"/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94.xml><?xml version="1.0" encoding="utf-8"?>
<p:tagLst xmlns:p="http://schemas.openxmlformats.org/presentationml/2006/main">
  <p:tag name="AS_UNIQUEID" val="1252"/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95.xml><?xml version="1.0" encoding="utf-8"?>
<p:tagLst xmlns:p="http://schemas.openxmlformats.org/presentationml/2006/main">
  <p:tag name="AS_UNIQUEID" val="1253"/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96.xml><?xml version="1.0" encoding="utf-8"?>
<p:tagLst xmlns:p="http://schemas.openxmlformats.org/presentationml/2006/main">
  <p:tag name="AS_UNIQUEID" val="1254"/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97.xml><?xml version="1.0" encoding="utf-8"?>
<p:tagLst xmlns:p="http://schemas.openxmlformats.org/presentationml/2006/main">
  <p:tag name="AS_UNIQUEID" val="1255"/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98.xml><?xml version="1.0" encoding="utf-8"?>
<p:tagLst xmlns:p="http://schemas.openxmlformats.org/presentationml/2006/main">
  <p:tag name="AS_UNIQUEID" val="1256"/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99.xml><?xml version="1.0" encoding="utf-8"?>
<p:tagLst xmlns:p="http://schemas.openxmlformats.org/presentationml/2006/main">
  <p:tag name="AS_UNIQUEID" val="1257"/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100.xml><?xml version="1.0" encoding="utf-8"?>
<p:tagLst xmlns:p="http://schemas.openxmlformats.org/presentationml/2006/main">
  <p:tag name="AS_UNIQUEID" val="1259"/>
  <p:tag name="KSO_WM_BEAUTIFY_FLAG" val="#wm#"/>
  <p:tag name="KSO_WM_SLIDE_BACKGROUND_TYPE" val="bottomTop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SUBTYPE" val="h"/>
  <p:tag name="KSO_WM_UNIT_TYPE" val="i"/>
</p:tagLst>
</file>

<file path=ppt/tags/tag101.xml><?xml version="1.0" encoding="utf-8"?>
<p:tagLst xmlns:p="http://schemas.openxmlformats.org/presentationml/2006/main">
  <p:tag name="AS_UNIQUEID" val="1260"/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02.xml><?xml version="1.0" encoding="utf-8"?>
<p:tagLst xmlns:p="http://schemas.openxmlformats.org/presentationml/2006/main">
  <p:tag name="AS_UNIQUEID" val="1261"/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03.xml><?xml version="1.0" encoding="utf-8"?>
<p:tagLst xmlns:p="http://schemas.openxmlformats.org/presentationml/2006/main">
  <p:tag name="AS_UNIQUEID" val="1262"/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04.xml><?xml version="1.0" encoding="utf-8"?>
<p:tagLst xmlns:p="http://schemas.openxmlformats.org/presentationml/2006/main">
  <p:tag name="AS_UNIQUEID" val="1263"/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05.xml><?xml version="1.0" encoding="utf-8"?>
<p:tagLst xmlns:p="http://schemas.openxmlformats.org/presentationml/2006/main">
  <p:tag name="AS_UNIQUEID" val="1264"/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06.xml><?xml version="1.0" encoding="utf-8"?>
<p:tagLst xmlns:p="http://schemas.openxmlformats.org/presentationml/2006/main">
  <p:tag name="AS_UNIQUEID" val="1265"/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07.xml><?xml version="1.0" encoding="utf-8"?>
<p:tagLst xmlns:p="http://schemas.openxmlformats.org/presentationml/2006/main">
  <p:tag name="AS_UNIQUEID" val="1266"/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08.xml><?xml version="1.0" encoding="utf-8"?>
<p:tagLst xmlns:p="http://schemas.openxmlformats.org/presentationml/2006/main">
  <p:tag name="AS_UNIQUEID" val="1268"/>
  <p:tag name="KSO_WM_BEAUTIFY_FLAG" val="#wm#"/>
  <p:tag name="KSO_WM_SLIDE_BACKGROUND_TYPE" val="navigation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7*i*1"/>
  <p:tag name="KSO_WM_UNIT_INDEX" val="1"/>
  <p:tag name="KSO_WM_UNIT_LAYERLEVEL" val="1"/>
  <p:tag name="KSO_WM_UNIT_SUBTYPE" val="h"/>
  <p:tag name="KSO_WM_UNIT_TYPE" val="i"/>
</p:tagLst>
</file>

<file path=ppt/tags/tag109.xml><?xml version="1.0" encoding="utf-8"?>
<p:tagLst xmlns:p="http://schemas.openxmlformats.org/presentationml/2006/main">
  <p:tag name="AS_UNIQUEID" val="1269"/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10.xml><?xml version="1.0" encoding="utf-8"?>
<p:tagLst xmlns:p="http://schemas.openxmlformats.org/presentationml/2006/main">
  <p:tag name="AS_UNIQUEID" val="1270"/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11.xml><?xml version="1.0" encoding="utf-8"?>
<p:tagLst xmlns:p="http://schemas.openxmlformats.org/presentationml/2006/main">
  <p:tag name="AS_UNIQUEID" val="1271"/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12.xml><?xml version="1.0" encoding="utf-8"?>
<p:tagLst xmlns:p="http://schemas.openxmlformats.org/presentationml/2006/main">
  <p:tag name="AS_UNIQUEID" val="1272"/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13.xml><?xml version="1.0" encoding="utf-8"?>
<p:tagLst xmlns:p="http://schemas.openxmlformats.org/presentationml/2006/main">
  <p:tag name="AS_UNIQUEID" val="1273"/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14.xml><?xml version="1.0" encoding="utf-8"?>
<p:tagLst xmlns:p="http://schemas.openxmlformats.org/presentationml/2006/main">
  <p:tag name="AS_UNIQUEID" val="1274"/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15.xml><?xml version="1.0" encoding="utf-8"?>
<p:tagLst xmlns:p="http://schemas.openxmlformats.org/presentationml/2006/main">
  <p:tag name="AS_UNIQUEID" val="1275"/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16.xml><?xml version="1.0" encoding="utf-8"?>
<p:tagLst xmlns:p="http://schemas.openxmlformats.org/presentationml/2006/main">
  <p:tag name="AS_UNIQUEID" val="1276"/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17.xml><?xml version="1.0" encoding="utf-8"?>
<p:tagLst xmlns:p="http://schemas.openxmlformats.org/presentationml/2006/main">
  <p:tag name="AS_UNIQUEID" val="1278"/>
  <p:tag name="KSO_WM_BEAUTIFY_FLAG" val="#wm#"/>
  <p:tag name="KSO_WM_SLIDE_BACKGROUND_TYPE" val="bel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8*i*1"/>
  <p:tag name="KSO_WM_UNIT_INDEX" val="1"/>
  <p:tag name="KSO_WM_UNIT_LAYERLEVEL" val="1"/>
  <p:tag name="KSO_WM_UNIT_SUBTYPE" val="h"/>
  <p:tag name="KSO_WM_UNIT_TYPE" val="i"/>
</p:tagLst>
</file>

<file path=ppt/tags/tag118.xml><?xml version="1.0" encoding="utf-8"?>
<p:tagLst xmlns:p="http://schemas.openxmlformats.org/presentationml/2006/main">
  <p:tag name="AS_UNIQUEID" val="1279"/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19.xml><?xml version="1.0" encoding="utf-8"?>
<p:tagLst xmlns:p="http://schemas.openxmlformats.org/presentationml/2006/main">
  <p:tag name="AS_UNIQUEID" val="1280"/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20.xml><?xml version="1.0" encoding="utf-8"?>
<p:tagLst xmlns:p="http://schemas.openxmlformats.org/presentationml/2006/main">
  <p:tag name="AS_UNIQUEID" val="1281"/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21.xml><?xml version="1.0" encoding="utf-8"?>
<p:tagLst xmlns:p="http://schemas.openxmlformats.org/presentationml/2006/main">
  <p:tag name="AS_UNIQUEID" val="1282"/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22.xml><?xml version="1.0" encoding="utf-8"?>
<p:tagLst xmlns:p="http://schemas.openxmlformats.org/presentationml/2006/main">
  <p:tag name="AS_UNIQUEID" val="1283"/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23.xml><?xml version="1.0" encoding="utf-8"?>
<p:tagLst xmlns:p="http://schemas.openxmlformats.org/presentationml/2006/main">
  <p:tag name="AS_UNIQUEID" val="1285"/>
</p:tagLst>
</file>

<file path=ppt/tags/tag124.xml><?xml version="1.0" encoding="utf-8"?>
<p:tagLst xmlns:p="http://schemas.openxmlformats.org/presentationml/2006/main">
  <p:tag name="AS_UNIQUEID" val="1286"/>
</p:tagLst>
</file>

<file path=ppt/tags/tag125.xml><?xml version="1.0" encoding="utf-8"?>
<p:tagLst xmlns:p="http://schemas.openxmlformats.org/presentationml/2006/main">
  <p:tag name="AS_UNIQUEID" val="1287"/>
</p:tagLst>
</file>

<file path=ppt/tags/tag126.xml><?xml version="1.0" encoding="utf-8"?>
<p:tagLst xmlns:p="http://schemas.openxmlformats.org/presentationml/2006/main">
  <p:tag name="AS_UNIQUEID" val="1288"/>
</p:tagLst>
</file>

<file path=ppt/tags/tag127.xml><?xml version="1.0" encoding="utf-8"?>
<p:tagLst xmlns:p="http://schemas.openxmlformats.org/presentationml/2006/main">
  <p:tag name="AS_UNIQUEID" val="1289"/>
</p:tagLst>
</file>

<file path=ppt/tags/tag128.xml><?xml version="1.0" encoding="utf-8"?>
<p:tagLst xmlns:p="http://schemas.openxmlformats.org/presentationml/2006/main">
  <p:tag name="AS_UNIQUEID" val="1290"/>
</p:tagLst>
</file>

<file path=ppt/tags/tag129.xml><?xml version="1.0" encoding="utf-8"?>
<p:tagLst xmlns:p="http://schemas.openxmlformats.org/presentationml/2006/main">
  <p:tag name="AS_UNIQUEID" val="1291"/>
</p:tagLst>
</file>

<file path=ppt/tags/tag130.xml><?xml version="1.0" encoding="utf-8"?>
<p:tagLst xmlns:p="http://schemas.openxmlformats.org/presentationml/2006/main">
  <p:tag name="AS_UNIQUEID" val="1293"/>
</p:tagLst>
</file>

<file path=ppt/tags/tag131.xml><?xml version="1.0" encoding="utf-8"?>
<p:tagLst xmlns:p="http://schemas.openxmlformats.org/presentationml/2006/main">
  <p:tag name="AS_UNIQUEID" val="585"/>
</p:tagLst>
</file>

<file path=ppt/tags/tag132.xml><?xml version="1.0" encoding="utf-8"?>
<p:tagLst xmlns:p="http://schemas.openxmlformats.org/presentationml/2006/main">
  <p:tag name="AS_UNIQUEID" val="586"/>
</p:tagLst>
</file>

<file path=ppt/tags/tag133.xml><?xml version="1.0" encoding="utf-8"?>
<p:tagLst xmlns:p="http://schemas.openxmlformats.org/presentationml/2006/main">
  <p:tag name="AS_UNIQUEID" val="587"/>
</p:tagLst>
</file>

<file path=ppt/tags/tag134.xml><?xml version="1.0" encoding="utf-8"?>
<p:tagLst xmlns:p="http://schemas.openxmlformats.org/presentationml/2006/main">
  <p:tag name="AS_UNIQUEID" val="1295"/>
</p:tagLst>
</file>

<file path=ppt/tags/tag135.xml><?xml version="1.0" encoding="utf-8"?>
<p:tagLst xmlns:p="http://schemas.openxmlformats.org/presentationml/2006/main">
  <p:tag name="AS_UNIQUEID" val="1296"/>
</p:tagLst>
</file>

<file path=ppt/tags/tag136.xml><?xml version="1.0" encoding="utf-8"?>
<p:tagLst xmlns:p="http://schemas.openxmlformats.org/presentationml/2006/main">
  <p:tag name="AS_UNIQUEID" val="1297"/>
</p:tagLst>
</file>

<file path=ppt/tags/tag137.xml><?xml version="1.0" encoding="utf-8"?>
<p:tagLst xmlns:p="http://schemas.openxmlformats.org/presentationml/2006/main">
  <p:tag name="AS_UNIQUEID" val="1298"/>
</p:tagLst>
</file>

<file path=ppt/tags/tag138.xml><?xml version="1.0" encoding="utf-8"?>
<p:tagLst xmlns:p="http://schemas.openxmlformats.org/presentationml/2006/main">
  <p:tag name="AS_UNIQUEID" val="435"/>
</p:tagLst>
</file>

<file path=ppt/tags/tag139.xml><?xml version="1.0" encoding="utf-8"?>
<p:tagLst xmlns:p="http://schemas.openxmlformats.org/presentationml/2006/main">
  <p:tag name="AS_UNIQUEID" val="436"/>
</p:tagLst>
</file>

<file path=ppt/tags/tag140.xml><?xml version="1.0" encoding="utf-8"?>
<p:tagLst xmlns:p="http://schemas.openxmlformats.org/presentationml/2006/main">
  <p:tag name="AS_UNIQUEID" val="437"/>
</p:tagLst>
</file>

<file path=ppt/tags/tag141.xml><?xml version="1.0" encoding="utf-8"?>
<p:tagLst xmlns:p="http://schemas.openxmlformats.org/presentationml/2006/main">
  <p:tag name="AS_UNIQUEID" val="10238"/>
</p:tagLst>
</file>

<file path=ppt/tags/tag142.xml><?xml version="1.0" encoding="utf-8"?>
<p:tagLst xmlns:p="http://schemas.openxmlformats.org/presentationml/2006/main">
  <p:tag name="AS_UNIQUEID" val="10239"/>
</p:tagLst>
</file>

<file path=ppt/tags/tag143.xml><?xml version="1.0" encoding="utf-8"?>
<p:tagLst xmlns:p="http://schemas.openxmlformats.org/presentationml/2006/main">
  <p:tag name="AS_UNIQUEID" val="10240"/>
</p:tagLst>
</file>

<file path=ppt/tags/tag144.xml><?xml version="1.0" encoding="utf-8"?>
<p:tagLst xmlns:p="http://schemas.openxmlformats.org/presentationml/2006/main">
  <p:tag name="AS_UNIQUEID" val="10241"/>
</p:tagLst>
</file>

<file path=ppt/tags/tag145.xml><?xml version="1.0" encoding="utf-8"?>
<p:tagLst xmlns:p="http://schemas.openxmlformats.org/presentationml/2006/main">
  <p:tag name="AS_UNIQUEID" val="10242"/>
</p:tagLst>
</file>

<file path=ppt/tags/tag146.xml><?xml version="1.0" encoding="utf-8"?>
<p:tagLst xmlns:p="http://schemas.openxmlformats.org/presentationml/2006/main">
  <p:tag name="AS_UNIQUEID" val="10243"/>
</p:tagLst>
</file>

<file path=ppt/tags/tag147.xml><?xml version="1.0" encoding="utf-8"?>
<p:tagLst xmlns:p="http://schemas.openxmlformats.org/presentationml/2006/main">
  <p:tag name="AS_UNIQUEID" val="10244"/>
</p:tagLst>
</file>

<file path=ppt/tags/tag148.xml><?xml version="1.0" encoding="utf-8"?>
<p:tagLst xmlns:p="http://schemas.openxmlformats.org/presentationml/2006/main">
  <p:tag name="AS_UNIQUEID" val="10245"/>
</p:tagLst>
</file>

<file path=ppt/tags/tag149.xml><?xml version="1.0" encoding="utf-8"?>
<p:tagLst xmlns:p="http://schemas.openxmlformats.org/presentationml/2006/main">
  <p:tag name="AS_UNIQUEID" val="10246"/>
</p:tagLst>
</file>

<file path=ppt/tags/tag150.xml><?xml version="1.0" encoding="utf-8"?>
<p:tagLst xmlns:p="http://schemas.openxmlformats.org/presentationml/2006/main">
  <p:tag name="AS_UNIQUEID" val="10247"/>
</p:tagLst>
</file>

<file path=ppt/tags/tag151.xml><?xml version="1.0" encoding="utf-8"?>
<p:tagLst xmlns:p="http://schemas.openxmlformats.org/presentationml/2006/main">
  <p:tag name="AS_UNIQUEID" val="10248"/>
</p:tagLst>
</file>

<file path=ppt/tags/tag152.xml><?xml version="1.0" encoding="utf-8"?>
<p:tagLst xmlns:p="http://schemas.openxmlformats.org/presentationml/2006/main">
  <p:tag name="AS_UNIQUEID" val="10249"/>
</p:tagLst>
</file>

<file path=ppt/tags/tag153.xml><?xml version="1.0" encoding="utf-8"?>
<p:tagLst xmlns:p="http://schemas.openxmlformats.org/presentationml/2006/main">
  <p:tag name="AS_UNIQUEID" val="1301"/>
  <p:tag name="KSO_WM_BEAUTIFY_FLAG" val="#wm#"/>
  <p:tag name="KSO_WM_TAG_VERSION" val="1.0"/>
  <p:tag name="KSO_WM_TEMPLATE_CATEGORY" val="custom"/>
  <p:tag name="KSO_WM_TEMPLATE_INDEX" val="20206915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54.xml><?xml version="1.0" encoding="utf-8"?>
<p:tagLst xmlns:p="http://schemas.openxmlformats.org/presentationml/2006/main">
  <p:tag name="AS_UNIQUEID" val="1302"/>
  <p:tag name="KSO_WM_BEAUTIFY_FLAG" val="#wm#"/>
  <p:tag name="KSO_WM_TAG_VERSION" val="1.0"/>
  <p:tag name="KSO_WM_TEMPLATE_CATEGORY" val="custom"/>
  <p:tag name="KSO_WM_TEMPLATE_INDEX" val="20206915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55.xml><?xml version="1.0" encoding="utf-8"?>
<p:tagLst xmlns:p="http://schemas.openxmlformats.org/presentationml/2006/main">
  <p:tag name="AS_UNIQUEID" val="130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56.xml><?xml version="1.0" encoding="utf-8"?>
<p:tagLst xmlns:p="http://schemas.openxmlformats.org/presentationml/2006/main">
  <p:tag name="AS_UNIQUEID" val="130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57.xml><?xml version="1.0" encoding="utf-8"?>
<p:tagLst xmlns:p="http://schemas.openxmlformats.org/presentationml/2006/main">
  <p:tag name="AS_UNIQUEID" val="130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58.xml><?xml version="1.0" encoding="utf-8"?>
<p:tagLst xmlns:p="http://schemas.openxmlformats.org/presentationml/2006/main">
  <p:tag name="AS_UNIQUEID" val="1306"/>
  <p:tag name="KSO_WM_BEAUTIFY_FLAG" val="#wm#"/>
  <p:tag name="KSO_WM_TAG_VERSION" val="1.0"/>
  <p:tag name="KSO_WM_TEMPLATE_CATEGORY" val="custom"/>
  <p:tag name="KSO_WM_TEMPLATE_COLOR_TYPE" val="1"/>
  <p:tag name="KSO_WM_TEMPLATE_INDEX" val="20206915"/>
  <p:tag name="KSO_WM_TEMPLATE_MASTER_THUMB_INDEX" val="12"/>
  <p:tag name="KSO_WM_TEMPLATE_MASTER_TYPE" val="1"/>
  <p:tag name="KSO_WM_TEMPLATE_SUBCATEGORY" val="0"/>
  <p:tag name="KSO_WM_TEMPLATE_THUMBS_INDEX" val="1、4、7、8、10、11、12、13、15"/>
</p:tagLst>
</file>

<file path=ppt/tags/tag159.xml><?xml version="1.0" encoding="utf-8"?>
<p:tagLst xmlns:p="http://schemas.openxmlformats.org/presentationml/2006/main">
  <p:tag name="AS_UNIQUEID" val="1307"/>
</p:tagLst>
</file>

<file path=ppt/tags/tag160.xml><?xml version="1.0" encoding="utf-8"?>
<p:tagLst xmlns:p="http://schemas.openxmlformats.org/presentationml/2006/main">
  <p:tag name="AS_UNIQUEID" val="10252"/>
</p:tagLst>
</file>

<file path=ppt/tags/tag161.xml><?xml version="1.0" encoding="utf-8"?>
<p:tagLst xmlns:p="http://schemas.openxmlformats.org/presentationml/2006/main">
  <p:tag name="AS_UNIQUEID" val="10049"/>
</p:tagLst>
</file>

<file path=ppt/tags/tag162.xml><?xml version="1.0" encoding="utf-8"?>
<p:tagLst xmlns:p="http://schemas.openxmlformats.org/presentationml/2006/main">
  <p:tag name="AS_UNIQUEID" val="10050"/>
</p:tagLst>
</file>

<file path=ppt/tags/tag163.xml><?xml version="1.0" encoding="utf-8"?>
<p:tagLst xmlns:p="http://schemas.openxmlformats.org/presentationml/2006/main">
  <p:tag name="AS_UNIQUEID" val="3247"/>
  <p:tag name="KSO_WM_BEAUTIFY_FLAG" val=""/>
</p:tagLst>
</file>

<file path=ppt/tags/tag164.xml><?xml version="1.0" encoding="utf-8"?>
<p:tagLst xmlns:p="http://schemas.openxmlformats.org/presentationml/2006/main">
  <p:tag name="AS_UNIQUEID" val="671"/>
  <p:tag name="KSO_WM_BEAUTIFY_FLAG" val=""/>
</p:tagLst>
</file>

<file path=ppt/tags/tag165.xml><?xml version="1.0" encoding="utf-8"?>
<p:tagLst xmlns:p="http://schemas.openxmlformats.org/presentationml/2006/main">
  <p:tag name="AS_UNIQUEID" val="491"/>
  <p:tag name="KSO_WM_BEAUTIFY_FLAG" val=""/>
</p:tagLst>
</file>

<file path=ppt/tags/tag166.xml><?xml version="1.0" encoding="utf-8"?>
<p:tagLst xmlns:p="http://schemas.openxmlformats.org/presentationml/2006/main">
  <p:tag name="KSO_WM_SPECIAL_SOURCE" val="bdnull"/>
</p:tagLst>
</file>

<file path=ppt/tags/tag167.xml><?xml version="1.0" encoding="utf-8"?>
<p:tagLst xmlns:p="http://schemas.openxmlformats.org/presentationml/2006/main">
  <p:tag name="AS_UNIQUEID" val="9188"/>
  <p:tag name="KSO_WM_BEAUTIFY_FLAG" val=""/>
</p:tagLst>
</file>

<file path=ppt/tags/tag168.xml><?xml version="1.0" encoding="utf-8"?>
<p:tagLst xmlns:p="http://schemas.openxmlformats.org/presentationml/2006/main">
  <p:tag name="AS_UNIQUEID" val="11121"/>
  <p:tag name="KSO_WM_BEAUTIFY_FLAG" val=""/>
  <p:tag name="PA" val="v5.2.11"/>
</p:tagLst>
</file>

<file path=ppt/tags/tag169.xml><?xml version="1.0" encoding="utf-8"?>
<p:tagLst xmlns:p="http://schemas.openxmlformats.org/presentationml/2006/main">
  <p:tag name="AS_UNIQUEID" val="11122"/>
  <p:tag name="KSO_WM_BEAUTIFY_FLAG" val=""/>
  <p:tag name="PA" val="v5.2.11"/>
</p:tagLst>
</file>

<file path=ppt/tags/tag170.xml><?xml version="1.0" encoding="utf-8"?>
<p:tagLst xmlns:p="http://schemas.openxmlformats.org/presentationml/2006/main">
  <p:tag name="AS_UNIQUEID" val="11123"/>
  <p:tag name="KSO_WM_BEAUTIFY_FLAG" val=""/>
  <p:tag name="PA" val="v5.2.11"/>
</p:tagLst>
</file>

<file path=ppt/tags/tag171.xml><?xml version="1.0" encoding="utf-8"?>
<p:tagLst xmlns:p="http://schemas.openxmlformats.org/presentationml/2006/main">
  <p:tag name="AS_UNIQUEID" val="11124"/>
  <p:tag name="KSO_WM_BEAUTIFY_FLAG" val=""/>
  <p:tag name="PA" val="v5.2.11"/>
</p:tagLst>
</file>

<file path=ppt/tags/tag172.xml><?xml version="1.0" encoding="utf-8"?>
<p:tagLst xmlns:p="http://schemas.openxmlformats.org/presentationml/2006/main">
  <p:tag name="AS_UNIQUEID" val="9194"/>
  <p:tag name="PA" val="v5.2.11"/>
</p:tagLst>
</file>

<file path=ppt/tags/tag173.xml><?xml version="1.0" encoding="utf-8"?>
<p:tagLst xmlns:p="http://schemas.openxmlformats.org/presentationml/2006/main">
  <p:tag name="AS_UNIQUEID" val="9195"/>
  <p:tag name="KSO_WM_BEAUTIFY_FLAG" val=""/>
  <p:tag name="PA" val="v5.2.11"/>
</p:tagLst>
</file>

<file path=ppt/tags/tag174.xml><?xml version="1.0" encoding="utf-8"?>
<p:tagLst xmlns:p="http://schemas.openxmlformats.org/presentationml/2006/main">
  <p:tag name="AS_UNIQUEID" val="9196"/>
  <p:tag name="KSO_WM_BEAUTIFY_FLAG" val=""/>
  <p:tag name="PA" val="v5.2.11"/>
</p:tagLst>
</file>

<file path=ppt/tags/tag175.xml><?xml version="1.0" encoding="utf-8"?>
<p:tagLst xmlns:p="http://schemas.openxmlformats.org/presentationml/2006/main">
  <p:tag name="AS_UNIQUEID" val="9199"/>
  <p:tag name="KSO_WM_BEAUTIFY_FLAG" val=""/>
  <p:tag name="PA" val="v5.2.11"/>
</p:tagLst>
</file>

<file path=ppt/tags/tag176.xml><?xml version="1.0" encoding="utf-8"?>
<p:tagLst xmlns:p="http://schemas.openxmlformats.org/presentationml/2006/main">
  <p:tag name="AS_UNIQUEID" val="9200"/>
  <p:tag name="PA" val="v5.2.11"/>
</p:tagLst>
</file>

<file path=ppt/tags/tag177.xml><?xml version="1.0" encoding="utf-8"?>
<p:tagLst xmlns:p="http://schemas.openxmlformats.org/presentationml/2006/main">
  <p:tag name="AS_UNIQUEID" val="9201"/>
  <p:tag name="KSO_WM_BEAUTIFY_FLAG" val=""/>
  <p:tag name="PA" val="v5.2.11"/>
</p:tagLst>
</file>

<file path=ppt/tags/tag178.xml><?xml version="1.0" encoding="utf-8"?>
<p:tagLst xmlns:p="http://schemas.openxmlformats.org/presentationml/2006/main">
  <p:tag name="AS_UNIQUEID" val="9202"/>
  <p:tag name="KSO_WM_BEAUTIFY_FLAG" val=""/>
  <p:tag name="PA" val="v5.2.11"/>
</p:tagLst>
</file>

<file path=ppt/tags/tag179.xml><?xml version="1.0" encoding="utf-8"?>
<p:tagLst xmlns:p="http://schemas.openxmlformats.org/presentationml/2006/main">
  <p:tag name="AS_UNIQUEID" val="7233"/>
</p:tagLst>
</file>

<file path=ppt/tags/tag180.xml><?xml version="1.0" encoding="utf-8"?>
<p:tagLst xmlns:p="http://schemas.openxmlformats.org/presentationml/2006/main">
  <p:tag name="AS_UNIQUEID" val="7236"/>
</p:tagLst>
</file>

<file path=ppt/tags/tag181.xml><?xml version="1.0" encoding="utf-8"?>
<p:tagLst xmlns:p="http://schemas.openxmlformats.org/presentationml/2006/main">
  <p:tag name="AS_UNIQUEID" val="7237"/>
</p:tagLst>
</file>

<file path=ppt/tags/tag182.xml><?xml version="1.0" encoding="utf-8"?>
<p:tagLst xmlns:p="http://schemas.openxmlformats.org/presentationml/2006/main">
  <p:tag name="AS_UNIQUEID" val="7238"/>
</p:tagLst>
</file>

<file path=ppt/tags/tag183.xml><?xml version="1.0" encoding="utf-8"?>
<p:tagLst xmlns:p="http://schemas.openxmlformats.org/presentationml/2006/main">
  <p:tag name="AS_UNIQUEID" val="7239"/>
</p:tagLst>
</file>

<file path=ppt/tags/tag184.xml><?xml version="1.0" encoding="utf-8"?>
<p:tagLst xmlns:p="http://schemas.openxmlformats.org/presentationml/2006/main">
  <p:tag name="AS_UNIQUEID" val="7240"/>
</p:tagLst>
</file>

<file path=ppt/tags/tag185.xml><?xml version="1.0" encoding="utf-8"?>
<p:tagLst xmlns:p="http://schemas.openxmlformats.org/presentationml/2006/main">
  <p:tag name="AS_UNIQUEID" val="7241"/>
</p:tagLst>
</file>

<file path=ppt/tags/tag186.xml><?xml version="1.0" encoding="utf-8"?>
<p:tagLst xmlns:p="http://schemas.openxmlformats.org/presentationml/2006/main">
  <p:tag name="AS_UNIQUEID" val="7242"/>
</p:tagLst>
</file>

<file path=ppt/tags/tag187.xml><?xml version="1.0" encoding="utf-8"?>
<p:tagLst xmlns:p="http://schemas.openxmlformats.org/presentationml/2006/main">
  <p:tag name="AS_UNIQUEID" val="7243"/>
</p:tagLst>
</file>

<file path=ppt/tags/tag188.xml><?xml version="1.0" encoding="utf-8"?>
<p:tagLst xmlns:p="http://schemas.openxmlformats.org/presentationml/2006/main">
  <p:tag name="AS_UNIQUEID" val="1889"/>
  <p:tag name="KSO_WM_BEAUTIFY_FLAG" val=""/>
</p:tagLst>
</file>

<file path=ppt/tags/tag189.xml><?xml version="1.0" encoding="utf-8"?>
<p:tagLst xmlns:p="http://schemas.openxmlformats.org/presentationml/2006/main">
  <p:tag name="AS_UNIQUEID" val="600"/>
  <p:tag name="KSO_WM_BEAUTIFY_FLAG" val=""/>
</p:tagLst>
</file>

<file path=ppt/tags/tag190.xml><?xml version="1.0" encoding="utf-8"?>
<p:tagLst xmlns:p="http://schemas.openxmlformats.org/presentationml/2006/main">
  <p:tag name="AS_UNIQUEID" val="6730"/>
</p:tagLst>
</file>

<file path=ppt/tags/tag191.xml><?xml version="1.0" encoding="utf-8"?>
<p:tagLst xmlns:p="http://schemas.openxmlformats.org/presentationml/2006/main">
  <p:tag name="AS_UNIQUEID" val="3296"/>
</p:tagLst>
</file>

<file path=ppt/tags/tag192.xml><?xml version="1.0" encoding="utf-8"?>
<p:tagLst xmlns:p="http://schemas.openxmlformats.org/presentationml/2006/main">
  <p:tag name="AS_UNIQUEID" val="3299"/>
</p:tagLst>
</file>

<file path=ppt/tags/tag193.xml><?xml version="1.0" encoding="utf-8"?>
<p:tagLst xmlns:p="http://schemas.openxmlformats.org/presentationml/2006/main">
  <p:tag name="AS_UNIQUEID" val="3299"/>
</p:tagLst>
</file>

<file path=ppt/tags/tag194.xml><?xml version="1.0" encoding="utf-8"?>
<p:tagLst xmlns:p="http://schemas.openxmlformats.org/presentationml/2006/main">
  <p:tag name="AS_UNIQUEID" val="7105"/>
</p:tagLst>
</file>

<file path=ppt/tags/tag195.xml><?xml version="1.0" encoding="utf-8"?>
<p:tagLst xmlns:p="http://schemas.openxmlformats.org/presentationml/2006/main">
  <p:tag name="AS_UNIQUEID" val="7106"/>
</p:tagLst>
</file>

<file path=ppt/tags/tag196.xml><?xml version="1.0" encoding="utf-8"?>
<p:tagLst xmlns:p="http://schemas.openxmlformats.org/presentationml/2006/main">
  <p:tag name="AS_UNIQUEID" val="7107"/>
</p:tagLst>
</file>

<file path=ppt/tags/tag197.xml><?xml version="1.0" encoding="utf-8"?>
<p:tagLst xmlns:p="http://schemas.openxmlformats.org/presentationml/2006/main">
  <p:tag name="AS_UNIQUEID" val="7108"/>
</p:tagLst>
</file>

<file path=ppt/tags/tag198.xml><?xml version="1.0" encoding="utf-8"?>
<p:tagLst xmlns:p="http://schemas.openxmlformats.org/presentationml/2006/main">
  <p:tag name="AS_UNIQUEID" val="7109"/>
</p:tagLst>
</file>

<file path=ppt/tags/tag199.xml><?xml version="1.0" encoding="utf-8"?>
<p:tagLst xmlns:p="http://schemas.openxmlformats.org/presentationml/2006/main">
  <p:tag name="AS_UNIQUEID" val="7110"/>
</p:tagLst>
</file>

<file path=ppt/tags/tag200.xml><?xml version="1.0" encoding="utf-8"?>
<p:tagLst xmlns:p="http://schemas.openxmlformats.org/presentationml/2006/main">
  <p:tag name="AS_UNIQUEID" val="7111"/>
</p:tagLst>
</file>

<file path=ppt/tags/tag201.xml><?xml version="1.0" encoding="utf-8"?>
<p:tagLst xmlns:p="http://schemas.openxmlformats.org/presentationml/2006/main">
  <p:tag name="AS_UNIQUEID" val="7112"/>
</p:tagLst>
</file>

<file path=ppt/tags/tag202.xml><?xml version="1.0" encoding="utf-8"?>
<p:tagLst xmlns:p="http://schemas.openxmlformats.org/presentationml/2006/main">
  <p:tag name="AS_UNIQUEID" val="7113"/>
</p:tagLst>
</file>

<file path=ppt/tags/tag203.xml><?xml version="1.0" encoding="utf-8"?>
<p:tagLst xmlns:p="http://schemas.openxmlformats.org/presentationml/2006/main">
  <p:tag name="AS_UNIQUEID" val="11918"/>
  <p:tag name="KSO_WM_BEAUTIFY_FLAG" val=""/>
</p:tagLst>
</file>

<file path=ppt/tags/tag204.xml><?xml version="1.0" encoding="utf-8"?>
<p:tagLst xmlns:p="http://schemas.openxmlformats.org/presentationml/2006/main">
  <p:tag name="AS_UNIQUEID" val="1889"/>
  <p:tag name="KSO_WM_BEAUTIFY_FLAG" val=""/>
</p:tagLst>
</file>

<file path=ppt/tags/tag205.xml><?xml version="1.0" encoding="utf-8"?>
<p:tagLst xmlns:p="http://schemas.openxmlformats.org/presentationml/2006/main">
  <p:tag name="AS_UNIQUEID" val="600"/>
  <p:tag name="KSO_WM_BEAUTIFY_FLAG" val=""/>
</p:tagLst>
</file>

<file path=ppt/tags/tag206.xml><?xml version="1.0" encoding="utf-8"?>
<p:tagLst xmlns:p="http://schemas.openxmlformats.org/presentationml/2006/main">
  <p:tag name="AS_UNIQUEID" val="1178"/>
  <p:tag name="KSO_WM_BEAUTIFY_FLAG" val=""/>
</p:tagLst>
</file>

<file path=ppt/tags/tag207.xml><?xml version="1.0" encoding="utf-8"?>
<p:tagLst xmlns:p="http://schemas.openxmlformats.org/presentationml/2006/main">
  <p:tag name="AS_UNIQUEID" val="1180"/>
  <p:tag name="KSO_WM_BEAUTIFY_FLAG" val=""/>
</p:tagLst>
</file>

<file path=ppt/tags/tag208.xml><?xml version="1.0" encoding="utf-8"?>
<p:tagLst xmlns:p="http://schemas.openxmlformats.org/presentationml/2006/main">
  <p:tag name="AS_UNIQUEID" val="1181"/>
  <p:tag name="KSO_WM_BEAUTIFY_FLAG" val=""/>
</p:tagLst>
</file>

<file path=ppt/tags/tag209.xml><?xml version="1.0" encoding="utf-8"?>
<p:tagLst xmlns:p="http://schemas.openxmlformats.org/presentationml/2006/main">
  <p:tag name="AS_UNIQUEID" val="1182"/>
  <p:tag name="KSO_WM_BEAUTIFY_FLAG" val=""/>
</p:tagLst>
</file>

<file path=ppt/tags/tag210.xml><?xml version="1.0" encoding="utf-8"?>
<p:tagLst xmlns:p="http://schemas.openxmlformats.org/presentationml/2006/main">
  <p:tag name="AS_UNIQUEID" val="1183"/>
  <p:tag name="KSO_WM_BEAUTIFY_FLAG" val=""/>
</p:tagLst>
</file>

<file path=ppt/tags/tag211.xml><?xml version="1.0" encoding="utf-8"?>
<p:tagLst xmlns:p="http://schemas.openxmlformats.org/presentationml/2006/main">
  <p:tag name="AS_UNIQUEID" val="1166"/>
</p:tagLst>
</file>

<file path=ppt/tags/tag212.xml><?xml version="1.0" encoding="utf-8"?>
<p:tagLst xmlns:p="http://schemas.openxmlformats.org/presentationml/2006/main">
  <p:tag name="AS_UNIQUEID" val="1167"/>
  <p:tag name="KSO_WM_BEAUTIFY_FLAG" val=""/>
</p:tagLst>
</file>

<file path=ppt/tags/tag213.xml><?xml version="1.0" encoding="utf-8"?>
<p:tagLst xmlns:p="http://schemas.openxmlformats.org/presentationml/2006/main">
  <p:tag name="AS_UNIQUEID" val="1168"/>
  <p:tag name="KSO_WM_BEAUTIFY_FLAG" val=""/>
</p:tagLst>
</file>

<file path=ppt/tags/tag214.xml><?xml version="1.0" encoding="utf-8"?>
<p:tagLst xmlns:p="http://schemas.openxmlformats.org/presentationml/2006/main">
  <p:tag name="AS_UNIQUEID" val="1167"/>
  <p:tag name="KSO_WM_BEAUTIFY_FLAG" val=""/>
</p:tagLst>
</file>

<file path=ppt/tags/tag215.xml><?xml version="1.0" encoding="utf-8"?>
<p:tagLst xmlns:p="http://schemas.openxmlformats.org/presentationml/2006/main">
  <p:tag name="AS_UNIQUEID" val="1167"/>
  <p:tag name="KSO_WM_BEAUTIFY_FLAG" val=""/>
</p:tagLst>
</file>

<file path=ppt/tags/tag216.xml><?xml version="1.0" encoding="utf-8"?>
<p:tagLst xmlns:p="http://schemas.openxmlformats.org/presentationml/2006/main">
  <p:tag name="AS_UNIQUEID" val="1167"/>
  <p:tag name="KSO_WM_BEAUTIFY_FLAG" val=""/>
</p:tagLst>
</file>

<file path=ppt/tags/tag217.xml><?xml version="1.0" encoding="utf-8"?>
<p:tagLst xmlns:p="http://schemas.openxmlformats.org/presentationml/2006/main">
  <p:tag name="AS_UNIQUEID" val="6103"/>
  <p:tag name="KSO_WM_BEAUTIFY_FLAG" val=""/>
</p:tagLst>
</file>

<file path=ppt/tags/tag218.xml><?xml version="1.0" encoding="utf-8"?>
<p:tagLst xmlns:p="http://schemas.openxmlformats.org/presentationml/2006/main">
  <p:tag name="KSO_WM_BEAUTIFY_FLAG" val="#wm#"/>
  <p:tag name="KSO_WM_TEMPLATE_CATEGORY" val="custom"/>
  <p:tag name="KSO_WM_TEMPLATE_INDEX" val="20218930"/>
</p:tagLst>
</file>

<file path=ppt/tags/tag219.xml><?xml version="1.0" encoding="utf-8"?>
<p:tagLst xmlns:p="http://schemas.openxmlformats.org/presentationml/2006/main">
  <p:tag name="AS_UNIQUEID" val="6028"/>
</p:tagLst>
</file>

<file path=ppt/tags/tag220.xml><?xml version="1.0" encoding="utf-8"?>
<p:tagLst xmlns:p="http://schemas.openxmlformats.org/presentationml/2006/main">
  <p:tag name="AS_UNIQUEID" val="669"/>
</p:tagLst>
</file>

<file path=ppt/tags/tag221.xml><?xml version="1.0" encoding="utf-8"?>
<p:tagLst xmlns:p="http://schemas.openxmlformats.org/presentationml/2006/main">
  <p:tag name="AS_UNIQUEID" val="673"/>
</p:tagLst>
</file>

<file path=ppt/tags/tag222.xml><?xml version="1.0" encoding="utf-8"?>
<p:tagLst xmlns:p="http://schemas.openxmlformats.org/presentationml/2006/main">
  <p:tag name="AS_UNIQUEID" val="674"/>
</p:tagLst>
</file>

<file path=ppt/tags/tag223.xml><?xml version="1.0" encoding="utf-8"?>
<p:tagLst xmlns:p="http://schemas.openxmlformats.org/presentationml/2006/main">
  <p:tag name="AS_UNIQUEID" val="675"/>
</p:tagLst>
</file>

<file path=ppt/tags/tag224.xml><?xml version="1.0" encoding="utf-8"?>
<p:tagLst xmlns:p="http://schemas.openxmlformats.org/presentationml/2006/main">
  <p:tag name="AS_UNIQUEID" val="676"/>
</p:tagLst>
</file>

<file path=ppt/tags/tag225.xml><?xml version="1.0" encoding="utf-8"?>
<p:tagLst xmlns:p="http://schemas.openxmlformats.org/presentationml/2006/main">
  <p:tag name="AS_UNIQUEID" val="677"/>
</p:tagLst>
</file>

<file path=ppt/tags/tag226.xml><?xml version="1.0" encoding="utf-8"?>
<p:tagLst xmlns:p="http://schemas.openxmlformats.org/presentationml/2006/main">
  <p:tag name="AS_UNIQUEID" val="678"/>
</p:tagLst>
</file>

<file path=ppt/tags/tag227.xml><?xml version="1.0" encoding="utf-8"?>
<p:tagLst xmlns:p="http://schemas.openxmlformats.org/presentationml/2006/main">
  <p:tag name="AS_UNIQUEID" val="679"/>
</p:tagLst>
</file>

<file path=ppt/tags/tag228.xml><?xml version="1.0" encoding="utf-8"?>
<p:tagLst xmlns:p="http://schemas.openxmlformats.org/presentationml/2006/main">
  <p:tag name="AS_UNIQUEID" val="680"/>
</p:tagLst>
</file>

<file path=ppt/tags/tag229.xml><?xml version="1.0" encoding="utf-8"?>
<p:tagLst xmlns:p="http://schemas.openxmlformats.org/presentationml/2006/main">
  <p:tag name="AS_UNIQUEID" val="681"/>
</p:tagLst>
</file>

<file path=ppt/tags/tag230.xml><?xml version="1.0" encoding="utf-8"?>
<p:tagLst xmlns:p="http://schemas.openxmlformats.org/presentationml/2006/main">
  <p:tag name="AS_UNIQUEID" val="682"/>
</p:tagLst>
</file>

<file path=ppt/tags/tag231.xml><?xml version="1.0" encoding="utf-8"?>
<p:tagLst xmlns:p="http://schemas.openxmlformats.org/presentationml/2006/main">
  <p:tag name="AS_UNIQUEID" val="683"/>
</p:tagLst>
</file>

<file path=ppt/tags/tag232.xml><?xml version="1.0" encoding="utf-8"?>
<p:tagLst xmlns:p="http://schemas.openxmlformats.org/presentationml/2006/main">
  <p:tag name="AS_UNIQUEID" val="684"/>
</p:tagLst>
</file>

<file path=ppt/tags/tag233.xml><?xml version="1.0" encoding="utf-8"?>
<p:tagLst xmlns:p="http://schemas.openxmlformats.org/presentationml/2006/main">
  <p:tag name="AS_UNIQUEID" val="687"/>
</p:tagLst>
</file>

<file path=ppt/tags/tag234.xml><?xml version="1.0" encoding="utf-8"?>
<p:tagLst xmlns:p="http://schemas.openxmlformats.org/presentationml/2006/main">
  <p:tag name="AS_UNIQUEID" val="688"/>
</p:tagLst>
</file>

<file path=ppt/tags/tag235.xml><?xml version="1.0" encoding="utf-8"?>
<p:tagLst xmlns:p="http://schemas.openxmlformats.org/presentationml/2006/main">
  <p:tag name="AS_UNIQUEID" val="689"/>
</p:tagLst>
</file>

<file path=ppt/tags/tag236.xml><?xml version="1.0" encoding="utf-8"?>
<p:tagLst xmlns:p="http://schemas.openxmlformats.org/presentationml/2006/main">
  <p:tag name="AS_UNIQUEID" val="690"/>
</p:tagLst>
</file>

<file path=ppt/tags/tag237.xml><?xml version="1.0" encoding="utf-8"?>
<p:tagLst xmlns:p="http://schemas.openxmlformats.org/presentationml/2006/main">
  <p:tag name="AS_UNIQUEID" val="6029"/>
</p:tagLst>
</file>

<file path=ppt/tags/tag238.xml><?xml version="1.0" encoding="utf-8"?>
<p:tagLst xmlns:p="http://schemas.openxmlformats.org/presentationml/2006/main">
  <p:tag name="AS_UNIQUEID" val="6030"/>
</p:tagLst>
</file>

<file path=ppt/tags/tag239.xml><?xml version="1.0" encoding="utf-8"?>
<p:tagLst xmlns:p="http://schemas.openxmlformats.org/presentationml/2006/main">
  <p:tag name="AS_UNIQUEID" val="6031"/>
</p:tagLst>
</file>

<file path=ppt/tags/tag240.xml><?xml version="1.0" encoding="utf-8"?>
<p:tagLst xmlns:p="http://schemas.openxmlformats.org/presentationml/2006/main">
  <p:tag name="AS_UNIQUEID" val="6032"/>
</p:tagLst>
</file>

<file path=ppt/tags/tag241.xml><?xml version="1.0" encoding="utf-8"?>
<p:tagLst xmlns:p="http://schemas.openxmlformats.org/presentationml/2006/main">
  <p:tag name="AS_UNIQUEID" val="6033"/>
</p:tagLst>
</file>

<file path=ppt/tags/tag242.xml><?xml version="1.0" encoding="utf-8"?>
<p:tagLst xmlns:p="http://schemas.openxmlformats.org/presentationml/2006/main">
  <p:tag name="AS_UNIQUEID" val="6035"/>
</p:tagLst>
</file>

<file path=ppt/tags/tag243.xml><?xml version="1.0" encoding="utf-8"?>
<p:tagLst xmlns:p="http://schemas.openxmlformats.org/presentationml/2006/main">
  <p:tag name="AS_UNIQUEID" val="6036"/>
</p:tagLst>
</file>

<file path=ppt/tags/tag244.xml><?xml version="1.0" encoding="utf-8"?>
<p:tagLst xmlns:p="http://schemas.openxmlformats.org/presentationml/2006/main">
  <p:tag name="AS_UNIQUEID" val="671"/>
  <p:tag name="KSO_WM_BEAUTIFY_FLAG" val=""/>
</p:tagLst>
</file>

<file path=ppt/tags/tag245.xml><?xml version="1.0" encoding="utf-8"?>
<p:tagLst xmlns:p="http://schemas.openxmlformats.org/presentationml/2006/main">
  <p:tag name="AS_UNIQUEID" val="6035"/>
  <p:tag name="KSO_WM_BEAUTIFY_FLAG" val=""/>
</p:tagLst>
</file>

<file path=ppt/tags/tag246.xml><?xml version="1.0" encoding="utf-8"?>
<p:tagLst xmlns:p="http://schemas.openxmlformats.org/presentationml/2006/main">
  <p:tag name="AS_UNIQUEID" val="11915"/>
</p:tagLst>
</file>

<file path=ppt/tags/tag247.xml><?xml version="1.0" encoding="utf-8"?>
<p:tagLst xmlns:p="http://schemas.openxmlformats.org/presentationml/2006/main">
  <p:tag name="AS_UNIQUEID" val="7093"/>
  <p:tag name="KSO_WM_BEAUTIFY_FLAG" val=""/>
</p:tagLst>
</file>

<file path=ppt/tags/tag248.xml><?xml version="1.0" encoding="utf-8"?>
<p:tagLst xmlns:p="http://schemas.openxmlformats.org/presentationml/2006/main">
  <p:tag name="AS_UNIQUEID" val="7094"/>
  <p:tag name="KSO_WM_BEAUTIFY_FLAG" val=""/>
</p:tagLst>
</file>

<file path=ppt/tags/tag249.xml><?xml version="1.0" encoding="utf-8"?>
<p:tagLst xmlns:p="http://schemas.openxmlformats.org/presentationml/2006/main">
  <p:tag name="AS_UNIQUEID" val="258"/>
</p:tagLst>
</file>

<file path=ppt/tags/tag250.xml><?xml version="1.0" encoding="utf-8"?>
<p:tagLst xmlns:p="http://schemas.openxmlformats.org/presentationml/2006/main">
  <p:tag name="AS_UNIQUEID" val="259"/>
</p:tagLst>
</file>

<file path=ppt/tags/tag251.xml><?xml version="1.0" encoding="utf-8"?>
<p:tagLst xmlns:p="http://schemas.openxmlformats.org/presentationml/2006/main">
  <p:tag name="AS_UNIQUEID" val="260"/>
</p:tagLst>
</file>

<file path=ppt/tags/tag252.xml><?xml version="1.0" encoding="utf-8"?>
<p:tagLst xmlns:p="http://schemas.openxmlformats.org/presentationml/2006/main">
  <p:tag name="AS_UNIQUEID" val="261"/>
</p:tagLst>
</file>

<file path=ppt/tags/tag253.xml><?xml version="1.0" encoding="utf-8"?>
<p:tagLst xmlns:p="http://schemas.openxmlformats.org/presentationml/2006/main">
  <p:tag name="AS_UNIQUEID" val="262"/>
</p:tagLst>
</file>

<file path=ppt/tags/tag254.xml><?xml version="1.0" encoding="utf-8"?>
<p:tagLst xmlns:p="http://schemas.openxmlformats.org/presentationml/2006/main">
  <p:tag name="AS_UNIQUEID" val="263"/>
</p:tagLst>
</file>

<file path=ppt/tags/tag255.xml><?xml version="1.0" encoding="utf-8"?>
<p:tagLst xmlns:p="http://schemas.openxmlformats.org/presentationml/2006/main">
  <p:tag name="AS_UNIQUEID" val="264"/>
</p:tagLst>
</file>

<file path=ppt/tags/tag256.xml><?xml version="1.0" encoding="utf-8"?>
<p:tagLst xmlns:p="http://schemas.openxmlformats.org/presentationml/2006/main">
  <p:tag name="AS_UNIQUEID" val="265"/>
</p:tagLst>
</file>

<file path=ppt/tags/tag257.xml><?xml version="1.0" encoding="utf-8"?>
<p:tagLst xmlns:p="http://schemas.openxmlformats.org/presentationml/2006/main">
  <p:tag name="AS_UNIQUEID" val="266"/>
</p:tagLst>
</file>

<file path=ppt/tags/tag258.xml><?xml version="1.0" encoding="utf-8"?>
<p:tagLst xmlns:p="http://schemas.openxmlformats.org/presentationml/2006/main">
  <p:tag name="AS_UNIQUEID" val="267"/>
</p:tagLst>
</file>

<file path=ppt/tags/tag259.xml><?xml version="1.0" encoding="utf-8"?>
<p:tagLst xmlns:p="http://schemas.openxmlformats.org/presentationml/2006/main">
  <p:tag name="AS_UNIQUEID" val="268"/>
</p:tagLst>
</file>

<file path=ppt/tags/tag260.xml><?xml version="1.0" encoding="utf-8"?>
<p:tagLst xmlns:p="http://schemas.openxmlformats.org/presentationml/2006/main">
  <p:tag name="AS_UNIQUEID" val="269"/>
</p:tagLst>
</file>

<file path=ppt/tags/tag261.xml><?xml version="1.0" encoding="utf-8"?>
<p:tagLst xmlns:p="http://schemas.openxmlformats.org/presentationml/2006/main">
  <p:tag name="AS_UNIQUEID" val="270"/>
</p:tagLst>
</file>

<file path=ppt/tags/tag262.xml><?xml version="1.0" encoding="utf-8"?>
<p:tagLst xmlns:p="http://schemas.openxmlformats.org/presentationml/2006/main">
  <p:tag name="AS_UNIQUEID" val="271"/>
</p:tagLst>
</file>

<file path=ppt/tags/tag263.xml><?xml version="1.0" encoding="utf-8"?>
<p:tagLst xmlns:p="http://schemas.openxmlformats.org/presentationml/2006/main">
  <p:tag name="AS_UNIQUEID" val="272"/>
</p:tagLst>
</file>

<file path=ppt/tags/tag264.xml><?xml version="1.0" encoding="utf-8"?>
<p:tagLst xmlns:p="http://schemas.openxmlformats.org/presentationml/2006/main">
  <p:tag name="AS_UNIQUEID" val="274"/>
</p:tagLst>
</file>

<file path=ppt/tags/tag265.xml><?xml version="1.0" encoding="utf-8"?>
<p:tagLst xmlns:p="http://schemas.openxmlformats.org/presentationml/2006/main">
  <p:tag name="AS_UNIQUEID" val="10053"/>
</p:tagLst>
</file>

<file path=ppt/tags/tag266.xml><?xml version="1.0" encoding="utf-8"?>
<p:tagLst xmlns:p="http://schemas.openxmlformats.org/presentationml/2006/main">
  <p:tag name="AS_UNIQUEID" val="10053"/>
</p:tagLst>
</file>

<file path=ppt/tags/tag267.xml><?xml version="1.0" encoding="utf-8"?>
<p:tagLst xmlns:p="http://schemas.openxmlformats.org/presentationml/2006/main">
  <p:tag name="AS_UNIQUEID" val="257"/>
  <p:tag name="KSO_WM_BEAUTIFY_FLAG" val=""/>
</p:tagLst>
</file>

<file path=ppt/tags/tag268.xml><?xml version="1.0" encoding="utf-8"?>
<p:tagLst xmlns:p="http://schemas.openxmlformats.org/presentationml/2006/main">
  <p:tag name="AS_UNIQUEID" val="258"/>
</p:tagLst>
</file>

<file path=ppt/tags/tag269.xml><?xml version="1.0" encoding="utf-8"?>
<p:tagLst xmlns:p="http://schemas.openxmlformats.org/presentationml/2006/main">
  <p:tag name="KSO_WM_SPECIAL_SOURCE" val="bdnull"/>
</p:tagLst>
</file>

<file path=ppt/tags/tag270.xml><?xml version="1.0" encoding="utf-8"?>
<p:tagLst xmlns:p="http://schemas.openxmlformats.org/presentationml/2006/main">
  <p:tag name="AS_UNIQUEID" val="252"/>
</p:tagLst>
</file>

<file path=ppt/tags/tag271.xml><?xml version="1.0" encoding="utf-8"?>
<p:tagLst xmlns:p="http://schemas.openxmlformats.org/presentationml/2006/main">
  <p:tag name="AS_UNIQUEID" val="253"/>
</p:tagLst>
</file>

<file path=ppt/tags/tag272.xml><?xml version="1.0" encoding="utf-8"?>
<p:tagLst xmlns:p="http://schemas.openxmlformats.org/presentationml/2006/main">
  <p:tag name="AS_UNIQUEID" val="254"/>
</p:tagLst>
</file>

<file path=ppt/tags/tag273.xml><?xml version="1.0" encoding="utf-8"?>
<p:tagLst xmlns:p="http://schemas.openxmlformats.org/presentationml/2006/main">
  <p:tag name="AS_UNIQUEID" val="10075"/>
</p:tagLst>
</file>

<file path=ppt/tags/tag274.xml><?xml version="1.0" encoding="utf-8"?>
<p:tagLst xmlns:p="http://schemas.openxmlformats.org/presentationml/2006/main">
  <p:tag name="AS_UNIQUEID" val="10076"/>
</p:tagLst>
</file>

<file path=ppt/tags/tag275.xml><?xml version="1.0" encoding="utf-8"?>
<p:tagLst xmlns:p="http://schemas.openxmlformats.org/presentationml/2006/main">
  <p:tag name="AS_UNIQUEID" val="6551"/>
</p:tagLst>
</file>

<file path=ppt/tags/tag276.xml><?xml version="1.0" encoding="utf-8"?>
<p:tagLst xmlns:p="http://schemas.openxmlformats.org/presentationml/2006/main">
  <p:tag name="AS_UNIQUEID" val="6556"/>
</p:tagLst>
</file>

<file path=ppt/tags/tag277.xml><?xml version="1.0" encoding="utf-8"?>
<p:tagLst xmlns:p="http://schemas.openxmlformats.org/presentationml/2006/main">
  <p:tag name="AS_UNIQUEID" val="1244"/>
</p:tagLst>
</file>

<file path=ppt/tags/tag278.xml><?xml version="1.0" encoding="utf-8"?>
<p:tagLst xmlns:p="http://schemas.openxmlformats.org/presentationml/2006/main">
  <p:tag name="AS_UNIQUEID" val="417"/>
  <p:tag name="KSO_WM_BEAUTIFY_FLAG" val=""/>
  <p:tag name="KSO_WM_UNIT_MEDIACOVER_TEXT" val=""/>
</p:tagLst>
</file>

<file path=ppt/tags/tag279.xml><?xml version="1.0" encoding="utf-8"?>
<p:tagLst xmlns:p="http://schemas.openxmlformats.org/presentationml/2006/main">
  <p:tag name="AS_UNIQUEID" val="11276"/>
  <p:tag name="PA" val="v5.2.11"/>
</p:tagLst>
</file>

<file path=ppt/tags/tag280.xml><?xml version="1.0" encoding="utf-8"?>
<p:tagLst xmlns:p="http://schemas.openxmlformats.org/presentationml/2006/main">
  <p:tag name="AS_UNIQUEID" val="11079"/>
  <p:tag name="KSO_WM_BEAUTIFY_FLAG" val=""/>
  <p:tag name="KSO_WM_UNIT_PLACING_PICTURE_USER_VIEWPORT" val="{&quot;height&quot;:10800,&quot;width&quot;:10800}"/>
</p:tagLst>
</file>

<file path=ppt/tags/tag281.xml><?xml version="1.0" encoding="utf-8"?>
<p:tagLst xmlns:p="http://schemas.openxmlformats.org/presentationml/2006/main">
  <p:tag name="KSO_WM_SPECIAL_SOURCE" val="bdnull"/>
</p:tagLst>
</file>

<file path=ppt/tags/tag282.xml><?xml version="1.0" encoding="utf-8"?>
<p:tagLst xmlns:p="http://schemas.openxmlformats.org/presentationml/2006/main">
  <p:tag name="AS_UNIQUEID" val="4081"/>
</p:tagLst>
</file>

<file path=ppt/tags/tag283.xml><?xml version="1.0" encoding="utf-8"?>
<p:tagLst xmlns:p="http://schemas.openxmlformats.org/presentationml/2006/main">
  <p:tag name="AS_UNIQUEID" val="4082"/>
</p:tagLst>
</file>

<file path=ppt/tags/tag284.xml><?xml version="1.0" encoding="utf-8"?>
<p:tagLst xmlns:p="http://schemas.openxmlformats.org/presentationml/2006/main">
  <p:tag name="AS_UNIQUEID" val="4083"/>
</p:tagLst>
</file>

<file path=ppt/tags/tag285.xml><?xml version="1.0" encoding="utf-8"?>
<p:tagLst xmlns:p="http://schemas.openxmlformats.org/presentationml/2006/main">
  <p:tag name="AS_UNIQUEID" val="4084"/>
</p:tagLst>
</file>

<file path=ppt/tags/tag286.xml><?xml version="1.0" encoding="utf-8"?>
<p:tagLst xmlns:p="http://schemas.openxmlformats.org/presentationml/2006/main">
  <p:tag name="AS_UNIQUEID" val="4085"/>
</p:tagLst>
</file>

<file path=ppt/tags/tag287.xml><?xml version="1.0" encoding="utf-8"?>
<p:tagLst xmlns:p="http://schemas.openxmlformats.org/presentationml/2006/main">
  <p:tag name="AS_UNIQUEID" val="4086"/>
</p:tagLst>
</file>

<file path=ppt/tags/tag288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NDY1MGJjNTA3NTQ2NmIwNmM2NDQ3N2FhMTljMGViY2MifQ=="/>
  <p:tag name="KSO_WPP_MARK_KEY" val="375a5927-2b4b-4432-a7b3-00c61cbe3310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1054</Words>
  <Application>WPS 演示</Application>
  <PresentationFormat>宽屏</PresentationFormat>
  <Paragraphs>146</Paragraphs>
  <Slides>10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华文中宋</vt:lpstr>
      <vt:lpstr>楷体</vt:lpstr>
      <vt:lpstr>华文楷体</vt:lpstr>
      <vt:lpstr>华文宋体</vt:lpstr>
      <vt:lpstr>Arial Black</vt:lpstr>
      <vt:lpstr>Calibri</vt:lpstr>
      <vt:lpstr>Times New Roman</vt:lpstr>
      <vt:lpstr>华文仿宋</vt:lpstr>
      <vt:lpstr>MingLiU_HKSCS-ExtB</vt:lpstr>
      <vt:lpstr>Times New Roman</vt:lpstr>
      <vt:lpstr>华文行楷</vt:lpstr>
      <vt:lpstr>Roboto</vt:lpstr>
      <vt:lpstr>Arial Unicode MS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学科网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rbm.xkw.com</dc:creator>
  <cp:lastModifiedBy>NE</cp:lastModifiedBy>
  <cp:revision>35</cp:revision>
  <cp:lastPrinted>2024-01-11T08:32:00Z</cp:lastPrinted>
  <dcterms:created xsi:type="dcterms:W3CDTF">2024-01-11T08:32:00Z</dcterms:created>
  <dcterms:modified xsi:type="dcterms:W3CDTF">2025-11-13T07:39:34Z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  <property fmtid="{D5CDD505-2E9C-101B-9397-08002B2CF9AE}" pid="6" name="ICV">
    <vt:lpwstr>DDEBE0874A7C41CCBC29A401C5FE0F39_13</vt:lpwstr>
  </property>
  <property fmtid="{D5CDD505-2E9C-101B-9397-08002B2CF9AE}" pid="7" name="KSOProductBuildVer">
    <vt:lpwstr>2052-12.1.0.21915</vt:lpwstr>
  </property>
</Properties>
</file>